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3"/>
    <p:sldId id="258" r:id="rId4"/>
    <p:sldId id="276" r:id="rId5"/>
    <p:sldId id="268" r:id="rId6"/>
    <p:sldId id="259" r:id="rId7"/>
    <p:sldId id="275" r:id="rId8"/>
    <p:sldId id="260" r:id="rId9"/>
    <p:sldId id="272" r:id="rId10"/>
    <p:sldId id="263" r:id="rId11"/>
    <p:sldId id="261" r:id="rId12"/>
    <p:sldId id="273" r:id="rId13"/>
    <p:sldId id="274" r:id="rId14"/>
    <p:sldId id="265" r:id="rId15"/>
    <p:sldId id="278" r:id="rId16"/>
    <p:sldId id="266" r:id="rId17"/>
    <p:sldId id="270" r:id="rId18"/>
    <p:sldId id="271"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69013B-1A49-4AE8-B28A-D5D9948085EE}" v="100" dt="2026-10-25T11:46:02.22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gya Reka" userId="4f1ccb349a649030" providerId="LiveId" clId="{CF69013B-1A49-4AE8-B28A-D5D9948085EE}"/>
    <pc:docChg chg="undo custSel addSld delSld modSld sldOrd">
      <pc:chgData name="Bhagya Reka" userId="4f1ccb349a649030" providerId="LiveId" clId="{CF69013B-1A49-4AE8-B28A-D5D9948085EE}" dt="2026-10-25T12:07:26.583" v="2352" actId="2696"/>
      <pc:docMkLst>
        <pc:docMk/>
      </pc:docMkLst>
      <pc:sldChg chg="modSp mod">
        <pc:chgData name="Bhagya Reka" userId="4f1ccb349a649030" providerId="LiveId" clId="{CF69013B-1A49-4AE8-B28A-D5D9948085EE}" dt="2026-10-25T11:04:42.506" v="1268" actId="1076"/>
        <pc:sldMkLst>
          <pc:docMk/>
          <pc:sldMk cId="0" sldId="256"/>
        </pc:sldMkLst>
        <pc:spChg chg="mod">
          <ac:chgData name="Bhagya Reka" userId="4f1ccb349a649030" providerId="LiveId" clId="{CF69013B-1A49-4AE8-B28A-D5D9948085EE}" dt="2026-10-25T11:04:42.506" v="1268" actId="1076"/>
          <ac:spMkLst>
            <pc:docMk/>
            <pc:sldMk cId="0" sldId="256"/>
            <ac:spMk id="3" creationId="{00000000-0000-0000-0000-000000000000}"/>
          </ac:spMkLst>
        </pc:spChg>
        <pc:spChg chg="mod">
          <ac:chgData name="Bhagya Reka" userId="4f1ccb349a649030" providerId="LiveId" clId="{CF69013B-1A49-4AE8-B28A-D5D9948085EE}" dt="2026-10-25T10:03:29.849" v="844" actId="14100"/>
          <ac:spMkLst>
            <pc:docMk/>
            <pc:sldMk cId="0" sldId="256"/>
            <ac:spMk id="4" creationId="{00000000-0000-0000-0000-000000000000}"/>
          </ac:spMkLst>
        </pc:spChg>
        <pc:spChg chg="mod">
          <ac:chgData name="Bhagya Reka" userId="4f1ccb349a649030" providerId="LiveId" clId="{CF69013B-1A49-4AE8-B28A-D5D9948085EE}" dt="2026-10-25T10:03:20.960" v="843" actId="1076"/>
          <ac:spMkLst>
            <pc:docMk/>
            <pc:sldMk cId="0" sldId="256"/>
            <ac:spMk id="5" creationId="{00000000-0000-0000-0000-000000000000}"/>
          </ac:spMkLst>
        </pc:spChg>
        <pc:spChg chg="mod">
          <ac:chgData name="Bhagya Reka" userId="4f1ccb349a649030" providerId="LiveId" clId="{CF69013B-1A49-4AE8-B28A-D5D9948085EE}" dt="2026-10-25T10:04:02.092" v="848" actId="1076"/>
          <ac:spMkLst>
            <pc:docMk/>
            <pc:sldMk cId="0" sldId="256"/>
            <ac:spMk id="6" creationId="{00000000-0000-0000-0000-000000000000}"/>
          </ac:spMkLst>
        </pc:spChg>
        <pc:spChg chg="mod">
          <ac:chgData name="Bhagya Reka" userId="4f1ccb349a649030" providerId="LiveId" clId="{CF69013B-1A49-4AE8-B28A-D5D9948085EE}" dt="2026-10-25T10:04:06.672" v="849" actId="1076"/>
          <ac:spMkLst>
            <pc:docMk/>
            <pc:sldMk cId="0" sldId="256"/>
            <ac:spMk id="7" creationId="{00000000-0000-0000-0000-000000000000}"/>
          </ac:spMkLst>
        </pc:spChg>
      </pc:sldChg>
      <pc:sldChg chg="modSp del mod">
        <pc:chgData name="Bhagya Reka" userId="4f1ccb349a649030" providerId="LiveId" clId="{CF69013B-1A49-4AE8-B28A-D5D9948085EE}" dt="2026-10-25T11:49:28.577" v="2273" actId="2696"/>
        <pc:sldMkLst>
          <pc:docMk/>
          <pc:sldMk cId="0" sldId="257"/>
        </pc:sldMkLst>
        <pc:spChg chg="mod">
          <ac:chgData name="Bhagya Reka" userId="4f1ccb349a649030" providerId="LiveId" clId="{CF69013B-1A49-4AE8-B28A-D5D9948085EE}" dt="2026-10-25T10:24:36.013" v="1022" actId="403"/>
          <ac:spMkLst>
            <pc:docMk/>
            <pc:sldMk cId="0" sldId="257"/>
            <ac:spMk id="3" creationId="{00000000-0000-0000-0000-000000000000}"/>
          </ac:spMkLst>
        </pc:spChg>
      </pc:sldChg>
      <pc:sldChg chg="addSp delSp modSp mod">
        <pc:chgData name="Bhagya Reka" userId="4f1ccb349a649030" providerId="LiveId" clId="{CF69013B-1A49-4AE8-B28A-D5D9948085EE}" dt="2026-10-25T10:24:46.345" v="1023" actId="403"/>
        <pc:sldMkLst>
          <pc:docMk/>
          <pc:sldMk cId="0" sldId="258"/>
        </pc:sldMkLst>
        <pc:spChg chg="mod">
          <ac:chgData name="Bhagya Reka" userId="4f1ccb349a649030" providerId="LiveId" clId="{CF69013B-1A49-4AE8-B28A-D5D9948085EE}" dt="2026-10-25T10:24:46.345" v="1023" actId="403"/>
          <ac:spMkLst>
            <pc:docMk/>
            <pc:sldMk cId="0" sldId="258"/>
            <ac:spMk id="3" creationId="{00000000-0000-0000-0000-000000000000}"/>
          </ac:spMkLst>
        </pc:spChg>
        <pc:spChg chg="mod">
          <ac:chgData name="Bhagya Reka" userId="4f1ccb349a649030" providerId="LiveId" clId="{CF69013B-1A49-4AE8-B28A-D5D9948085EE}" dt="2026-10-25T10:20:49.782" v="977" actId="1076"/>
          <ac:spMkLst>
            <pc:docMk/>
            <pc:sldMk cId="0" sldId="258"/>
            <ac:spMk id="4" creationId="{00000000-0000-0000-0000-000000000000}"/>
          </ac:spMkLst>
        </pc:spChg>
        <pc:spChg chg="del mod">
          <ac:chgData name="Bhagya Reka" userId="4f1ccb349a649030" providerId="LiveId" clId="{CF69013B-1A49-4AE8-B28A-D5D9948085EE}" dt="2026-10-25T09:44:38.057" v="406" actId="478"/>
          <ac:spMkLst>
            <pc:docMk/>
            <pc:sldMk cId="0" sldId="258"/>
            <ac:spMk id="5" creationId="{00000000-0000-0000-0000-000000000000}"/>
          </ac:spMkLst>
        </pc:spChg>
        <pc:spChg chg="del mod">
          <ac:chgData name="Bhagya Reka" userId="4f1ccb349a649030" providerId="LiveId" clId="{CF69013B-1A49-4AE8-B28A-D5D9948085EE}" dt="2026-10-25T09:44:31.610" v="404" actId="478"/>
          <ac:spMkLst>
            <pc:docMk/>
            <pc:sldMk cId="0" sldId="258"/>
            <ac:spMk id="6" creationId="{00000000-0000-0000-0000-000000000000}"/>
          </ac:spMkLst>
        </pc:spChg>
        <pc:spChg chg="del mod">
          <ac:chgData name="Bhagya Reka" userId="4f1ccb349a649030" providerId="LiveId" clId="{CF69013B-1A49-4AE8-B28A-D5D9948085EE}" dt="2026-10-25T09:44:47.927" v="409" actId="478"/>
          <ac:spMkLst>
            <pc:docMk/>
            <pc:sldMk cId="0" sldId="258"/>
            <ac:spMk id="7" creationId="{00000000-0000-0000-0000-000000000000}"/>
          </ac:spMkLst>
        </pc:spChg>
        <pc:spChg chg="del">
          <ac:chgData name="Bhagya Reka" userId="4f1ccb349a649030" providerId="LiveId" clId="{CF69013B-1A49-4AE8-B28A-D5D9948085EE}" dt="2026-10-25T09:44:41.646" v="407" actId="478"/>
          <ac:spMkLst>
            <pc:docMk/>
            <pc:sldMk cId="0" sldId="258"/>
            <ac:spMk id="8" creationId="{00000000-0000-0000-0000-000000000000}"/>
          </ac:spMkLst>
        </pc:spChg>
        <pc:spChg chg="del mod">
          <ac:chgData name="Bhagya Reka" userId="4f1ccb349a649030" providerId="LiveId" clId="{CF69013B-1A49-4AE8-B28A-D5D9948085EE}" dt="2026-10-25T10:18:37.691" v="960" actId="478"/>
          <ac:spMkLst>
            <pc:docMk/>
            <pc:sldMk cId="0" sldId="258"/>
            <ac:spMk id="9" creationId="{00000000-0000-0000-0000-000000000000}"/>
          </ac:spMkLst>
        </pc:spChg>
        <pc:spChg chg="del mod">
          <ac:chgData name="Bhagya Reka" userId="4f1ccb349a649030" providerId="LiveId" clId="{CF69013B-1A49-4AE8-B28A-D5D9948085EE}" dt="2026-10-25T10:18:40.986" v="962" actId="478"/>
          <ac:spMkLst>
            <pc:docMk/>
            <pc:sldMk cId="0" sldId="258"/>
            <ac:spMk id="10" creationId="{00000000-0000-0000-0000-000000000000}"/>
          </ac:spMkLst>
        </pc:spChg>
        <pc:spChg chg="add del mod">
          <ac:chgData name="Bhagya Reka" userId="4f1ccb349a649030" providerId="LiveId" clId="{CF69013B-1A49-4AE8-B28A-D5D9948085EE}" dt="2026-10-25T09:45:29.646" v="415" actId="478"/>
          <ac:spMkLst>
            <pc:docMk/>
            <pc:sldMk cId="0" sldId="258"/>
            <ac:spMk id="11" creationId="{3C53A448-AF06-CE2D-2577-E7A7E41A175D}"/>
          </ac:spMkLst>
        </pc:spChg>
      </pc:sldChg>
      <pc:sldChg chg="delSp modSp mod">
        <pc:chgData name="Bhagya Reka" userId="4f1ccb349a649030" providerId="LiveId" clId="{CF69013B-1A49-4AE8-B28A-D5D9948085EE}" dt="2026-10-25T10:24:57.721" v="1024" actId="403"/>
        <pc:sldMkLst>
          <pc:docMk/>
          <pc:sldMk cId="0" sldId="259"/>
        </pc:sldMkLst>
        <pc:spChg chg="mod">
          <ac:chgData name="Bhagya Reka" userId="4f1ccb349a649030" providerId="LiveId" clId="{CF69013B-1A49-4AE8-B28A-D5D9948085EE}" dt="2026-10-25T10:24:57.721" v="1024" actId="403"/>
          <ac:spMkLst>
            <pc:docMk/>
            <pc:sldMk cId="0" sldId="259"/>
            <ac:spMk id="3" creationId="{00000000-0000-0000-0000-000000000000}"/>
          </ac:spMkLst>
        </pc:spChg>
        <pc:spChg chg="del mod">
          <ac:chgData name="Bhagya Reka" userId="4f1ccb349a649030" providerId="LiveId" clId="{CF69013B-1A49-4AE8-B28A-D5D9948085EE}" dt="2026-10-24T07:53:04.869" v="109" actId="478"/>
          <ac:spMkLst>
            <pc:docMk/>
            <pc:sldMk cId="0" sldId="259"/>
            <ac:spMk id="12" creationId="{AD838C14-2C1D-5755-5EE4-98BB1D4A3E75}"/>
          </ac:spMkLst>
        </pc:spChg>
        <pc:graphicFrameChg chg="mod modGraphic">
          <ac:chgData name="Bhagya Reka" userId="4f1ccb349a649030" providerId="LiveId" clId="{CF69013B-1A49-4AE8-B28A-D5D9948085EE}" dt="2026-10-25T10:24:03.370" v="1019" actId="403"/>
          <ac:graphicFrameMkLst>
            <pc:docMk/>
            <pc:sldMk cId="0" sldId="259"/>
            <ac:graphicFrameMk id="4" creationId="{00000000-0000-0000-0000-000000000000}"/>
          </ac:graphicFrameMkLst>
        </pc:graphicFrameChg>
      </pc:sldChg>
      <pc:sldChg chg="modSp mod">
        <pc:chgData name="Bhagya Reka" userId="4f1ccb349a649030" providerId="LiveId" clId="{CF69013B-1A49-4AE8-B28A-D5D9948085EE}" dt="2026-10-25T10:26:59.985" v="1068" actId="20577"/>
        <pc:sldMkLst>
          <pc:docMk/>
          <pc:sldMk cId="0" sldId="260"/>
        </pc:sldMkLst>
        <pc:spChg chg="mod">
          <ac:chgData name="Bhagya Reka" userId="4f1ccb349a649030" providerId="LiveId" clId="{CF69013B-1A49-4AE8-B28A-D5D9948085EE}" dt="2026-10-25T10:26:08.675" v="1043" actId="20577"/>
          <ac:spMkLst>
            <pc:docMk/>
            <pc:sldMk cId="0" sldId="260"/>
            <ac:spMk id="8" creationId="{00000000-0000-0000-0000-000000000000}"/>
          </ac:spMkLst>
        </pc:spChg>
        <pc:spChg chg="mod">
          <ac:chgData name="Bhagya Reka" userId="4f1ccb349a649030" providerId="LiveId" clId="{CF69013B-1A49-4AE8-B28A-D5D9948085EE}" dt="2026-10-25T10:26:59.985" v="1068" actId="20577"/>
          <ac:spMkLst>
            <pc:docMk/>
            <pc:sldMk cId="0" sldId="260"/>
            <ac:spMk id="12" creationId="{00000000-0000-0000-0000-000000000000}"/>
          </ac:spMkLst>
        </pc:spChg>
        <pc:spChg chg="mod">
          <ac:chgData name="Bhagya Reka" userId="4f1ccb349a649030" providerId="LiveId" clId="{CF69013B-1A49-4AE8-B28A-D5D9948085EE}" dt="2026-10-25T10:25:34.427" v="1040" actId="1076"/>
          <ac:spMkLst>
            <pc:docMk/>
            <pc:sldMk cId="0" sldId="260"/>
            <ac:spMk id="18" creationId="{1D5964B7-45AC-4093-7A9C-E5572F7BC62C}"/>
          </ac:spMkLst>
        </pc:spChg>
      </pc:sldChg>
      <pc:sldChg chg="addSp delSp modSp mod ord">
        <pc:chgData name="Bhagya Reka" userId="4f1ccb349a649030" providerId="LiveId" clId="{CF69013B-1A49-4AE8-B28A-D5D9948085EE}" dt="2026-10-25T11:53:26.223" v="2351" actId="478"/>
        <pc:sldMkLst>
          <pc:docMk/>
          <pc:sldMk cId="0" sldId="263"/>
        </pc:sldMkLst>
        <pc:spChg chg="mod">
          <ac:chgData name="Bhagya Reka" userId="4f1ccb349a649030" providerId="LiveId" clId="{CF69013B-1A49-4AE8-B28A-D5D9948085EE}" dt="2026-10-25T11:53:14.481" v="2349" actId="404"/>
          <ac:spMkLst>
            <pc:docMk/>
            <pc:sldMk cId="0" sldId="263"/>
            <ac:spMk id="6" creationId="{00000000-0000-0000-0000-000000000000}"/>
          </ac:spMkLst>
        </pc:spChg>
        <pc:spChg chg="mod">
          <ac:chgData name="Bhagya Reka" userId="4f1ccb349a649030" providerId="LiveId" clId="{CF69013B-1A49-4AE8-B28A-D5D9948085EE}" dt="2026-10-25T11:52:56.694" v="2346" actId="404"/>
          <ac:spMkLst>
            <pc:docMk/>
            <pc:sldMk cId="0" sldId="263"/>
            <ac:spMk id="8" creationId="{00000000-0000-0000-0000-000000000000}"/>
          </ac:spMkLst>
        </pc:spChg>
        <pc:spChg chg="mod">
          <ac:chgData name="Bhagya Reka" userId="4f1ccb349a649030" providerId="LiveId" clId="{CF69013B-1A49-4AE8-B28A-D5D9948085EE}" dt="2026-10-25T11:53:01.453" v="2347" actId="404"/>
          <ac:spMkLst>
            <pc:docMk/>
            <pc:sldMk cId="0" sldId="263"/>
            <ac:spMk id="10" creationId="{00000000-0000-0000-0000-000000000000}"/>
          </ac:spMkLst>
        </pc:spChg>
        <pc:spChg chg="mod">
          <ac:chgData name="Bhagya Reka" userId="4f1ccb349a649030" providerId="LiveId" clId="{CF69013B-1A49-4AE8-B28A-D5D9948085EE}" dt="2026-10-25T11:53:19.972" v="2350" actId="404"/>
          <ac:spMkLst>
            <pc:docMk/>
            <pc:sldMk cId="0" sldId="263"/>
            <ac:spMk id="12" creationId="{00000000-0000-0000-0000-000000000000}"/>
          </ac:spMkLst>
        </pc:spChg>
        <pc:spChg chg="add del mod">
          <ac:chgData name="Bhagya Reka" userId="4f1ccb349a649030" providerId="LiveId" clId="{CF69013B-1A49-4AE8-B28A-D5D9948085EE}" dt="2026-10-25T11:53:26.223" v="2351" actId="478"/>
          <ac:spMkLst>
            <pc:docMk/>
            <pc:sldMk cId="0" sldId="263"/>
            <ac:spMk id="13" creationId="{5D840C09-C6B2-B743-4A3D-B7DE8F0B9E21}"/>
          </ac:spMkLst>
        </pc:spChg>
      </pc:sldChg>
      <pc:sldChg chg="addSp delSp modSp mod">
        <pc:chgData name="Bhagya Reka" userId="4f1ccb349a649030" providerId="LiveId" clId="{CF69013B-1A49-4AE8-B28A-D5D9948085EE}" dt="2026-10-25T11:38:24.848" v="2252" actId="113"/>
        <pc:sldMkLst>
          <pc:docMk/>
          <pc:sldMk cId="0" sldId="265"/>
        </pc:sldMkLst>
        <pc:spChg chg="mod">
          <ac:chgData name="Bhagya Reka" userId="4f1ccb349a649030" providerId="LiveId" clId="{CF69013B-1A49-4AE8-B28A-D5D9948085EE}" dt="2026-10-25T11:37:04.326" v="2239" actId="1076"/>
          <ac:spMkLst>
            <pc:docMk/>
            <pc:sldMk cId="0" sldId="265"/>
            <ac:spMk id="3" creationId="{00000000-0000-0000-0000-000000000000}"/>
          </ac:spMkLst>
        </pc:spChg>
        <pc:spChg chg="mod">
          <ac:chgData name="Bhagya Reka" userId="4f1ccb349a649030" providerId="LiveId" clId="{CF69013B-1A49-4AE8-B28A-D5D9948085EE}" dt="2026-10-25T11:36:06.846" v="2231" actId="164"/>
          <ac:spMkLst>
            <pc:docMk/>
            <pc:sldMk cId="0" sldId="265"/>
            <ac:spMk id="4" creationId="{00000000-0000-0000-0000-000000000000}"/>
          </ac:spMkLst>
        </pc:spChg>
        <pc:spChg chg="mod">
          <ac:chgData name="Bhagya Reka" userId="4f1ccb349a649030" providerId="LiveId" clId="{CF69013B-1A49-4AE8-B28A-D5D9948085EE}" dt="2026-10-25T11:36:06.846" v="2231" actId="164"/>
          <ac:spMkLst>
            <pc:docMk/>
            <pc:sldMk cId="0" sldId="265"/>
            <ac:spMk id="5" creationId="{00000000-0000-0000-0000-000000000000}"/>
          </ac:spMkLst>
        </pc:spChg>
        <pc:spChg chg="mod">
          <ac:chgData name="Bhagya Reka" userId="4f1ccb349a649030" providerId="LiveId" clId="{CF69013B-1A49-4AE8-B28A-D5D9948085EE}" dt="2026-10-25T11:36:13.339" v="2232" actId="164"/>
          <ac:spMkLst>
            <pc:docMk/>
            <pc:sldMk cId="0" sldId="265"/>
            <ac:spMk id="6" creationId="{00000000-0000-0000-0000-000000000000}"/>
          </ac:spMkLst>
        </pc:spChg>
        <pc:spChg chg="mod">
          <ac:chgData name="Bhagya Reka" userId="4f1ccb349a649030" providerId="LiveId" clId="{CF69013B-1A49-4AE8-B28A-D5D9948085EE}" dt="2026-10-25T11:36:13.339" v="2232" actId="164"/>
          <ac:spMkLst>
            <pc:docMk/>
            <pc:sldMk cId="0" sldId="265"/>
            <ac:spMk id="7" creationId="{00000000-0000-0000-0000-000000000000}"/>
          </ac:spMkLst>
        </pc:spChg>
        <pc:spChg chg="mod">
          <ac:chgData name="Bhagya Reka" userId="4f1ccb349a649030" providerId="LiveId" clId="{CF69013B-1A49-4AE8-B28A-D5D9948085EE}" dt="2026-10-25T11:36:26.104" v="2235" actId="164"/>
          <ac:spMkLst>
            <pc:docMk/>
            <pc:sldMk cId="0" sldId="265"/>
            <ac:spMk id="8" creationId="{00000000-0000-0000-0000-000000000000}"/>
          </ac:spMkLst>
        </pc:spChg>
        <pc:spChg chg="mod">
          <ac:chgData name="Bhagya Reka" userId="4f1ccb349a649030" providerId="LiveId" clId="{CF69013B-1A49-4AE8-B28A-D5D9948085EE}" dt="2026-10-25T11:36:26.104" v="2235" actId="164"/>
          <ac:spMkLst>
            <pc:docMk/>
            <pc:sldMk cId="0" sldId="265"/>
            <ac:spMk id="9" creationId="{00000000-0000-0000-0000-000000000000}"/>
          </ac:spMkLst>
        </pc:spChg>
        <pc:spChg chg="mod">
          <ac:chgData name="Bhagya Reka" userId="4f1ccb349a649030" providerId="LiveId" clId="{CF69013B-1A49-4AE8-B28A-D5D9948085EE}" dt="2026-10-25T11:36:32.819" v="2236" actId="164"/>
          <ac:spMkLst>
            <pc:docMk/>
            <pc:sldMk cId="0" sldId="265"/>
            <ac:spMk id="10" creationId="{00000000-0000-0000-0000-000000000000}"/>
          </ac:spMkLst>
        </pc:spChg>
        <pc:spChg chg="mod">
          <ac:chgData name="Bhagya Reka" userId="4f1ccb349a649030" providerId="LiveId" clId="{CF69013B-1A49-4AE8-B28A-D5D9948085EE}" dt="2026-10-25T11:36:32.819" v="2236" actId="164"/>
          <ac:spMkLst>
            <pc:docMk/>
            <pc:sldMk cId="0" sldId="265"/>
            <ac:spMk id="11" creationId="{00000000-0000-0000-0000-000000000000}"/>
          </ac:spMkLst>
        </pc:spChg>
        <pc:spChg chg="add del mod">
          <ac:chgData name="Bhagya Reka" userId="4f1ccb349a649030" providerId="LiveId" clId="{CF69013B-1A49-4AE8-B28A-D5D9948085EE}" dt="2026-10-25T11:18:13.605" v="1313" actId="478"/>
          <ac:spMkLst>
            <pc:docMk/>
            <pc:sldMk cId="0" sldId="265"/>
            <ac:spMk id="12" creationId="{BBEF7511-9E60-3D2B-9479-CF4C9AA5842D}"/>
          </ac:spMkLst>
        </pc:spChg>
        <pc:spChg chg="add">
          <ac:chgData name="Bhagya Reka" userId="4f1ccb349a649030" providerId="LiveId" clId="{CF69013B-1A49-4AE8-B28A-D5D9948085EE}" dt="2026-10-25T11:18:18.478" v="1316"/>
          <ac:spMkLst>
            <pc:docMk/>
            <pc:sldMk cId="0" sldId="265"/>
            <ac:spMk id="13" creationId="{8311FAFC-D31B-6418-86B5-B24739E7CE1F}"/>
          </ac:spMkLst>
        </pc:spChg>
        <pc:spChg chg="mod">
          <ac:chgData name="Bhagya Reka" userId="4f1ccb349a649030" providerId="LiveId" clId="{CF69013B-1A49-4AE8-B28A-D5D9948085EE}" dt="2026-10-25T11:36:40.276" v="2237" actId="164"/>
          <ac:spMkLst>
            <pc:docMk/>
            <pc:sldMk cId="0" sldId="265"/>
            <ac:spMk id="14" creationId="{00000000-0000-0000-0000-000000000000}"/>
          </ac:spMkLst>
        </pc:spChg>
        <pc:spChg chg="mod">
          <ac:chgData name="Bhagya Reka" userId="4f1ccb349a649030" providerId="LiveId" clId="{CF69013B-1A49-4AE8-B28A-D5D9948085EE}" dt="2026-10-25T11:36:40.276" v="2237" actId="164"/>
          <ac:spMkLst>
            <pc:docMk/>
            <pc:sldMk cId="0" sldId="265"/>
            <ac:spMk id="15" creationId="{00000000-0000-0000-0000-000000000000}"/>
          </ac:spMkLst>
        </pc:spChg>
        <pc:spChg chg="mod">
          <ac:chgData name="Bhagya Reka" userId="4f1ccb349a649030" providerId="LiveId" clId="{CF69013B-1A49-4AE8-B28A-D5D9948085EE}" dt="2026-10-25T11:38:24.848" v="2252" actId="113"/>
          <ac:spMkLst>
            <pc:docMk/>
            <pc:sldMk cId="0" sldId="265"/>
            <ac:spMk id="16" creationId="{00000000-0000-0000-0000-000000000000}"/>
          </ac:spMkLst>
        </pc:spChg>
        <pc:spChg chg="add mod">
          <ac:chgData name="Bhagya Reka" userId="4f1ccb349a649030" providerId="LiveId" clId="{CF69013B-1A49-4AE8-B28A-D5D9948085EE}" dt="2026-10-25T11:37:39.728" v="2245" actId="1076"/>
          <ac:spMkLst>
            <pc:docMk/>
            <pc:sldMk cId="0" sldId="265"/>
            <ac:spMk id="17" creationId="{06DA648D-E274-8958-0DA5-667C3CBB5FB7}"/>
          </ac:spMkLst>
        </pc:spChg>
        <pc:spChg chg="add mod">
          <ac:chgData name="Bhagya Reka" userId="4f1ccb349a649030" providerId="LiveId" clId="{CF69013B-1A49-4AE8-B28A-D5D9948085EE}" dt="2026-10-25T11:30:30.750" v="2130"/>
          <ac:spMkLst>
            <pc:docMk/>
            <pc:sldMk cId="0" sldId="265"/>
            <ac:spMk id="19" creationId="{E499B559-B51D-D50E-1351-98707068BD25}"/>
          </ac:spMkLst>
        </pc:spChg>
        <pc:spChg chg="add mod">
          <ac:chgData name="Bhagya Reka" userId="4f1ccb349a649030" providerId="LiveId" clId="{CF69013B-1A49-4AE8-B28A-D5D9948085EE}" dt="2026-10-25T11:37:45.397" v="2246" actId="1076"/>
          <ac:spMkLst>
            <pc:docMk/>
            <pc:sldMk cId="0" sldId="265"/>
            <ac:spMk id="20" creationId="{F5A8E4EE-39A3-021A-462A-2E7013B67CFB}"/>
          </ac:spMkLst>
        </pc:spChg>
        <pc:grpChg chg="add mod">
          <ac:chgData name="Bhagya Reka" userId="4f1ccb349a649030" providerId="LiveId" clId="{CF69013B-1A49-4AE8-B28A-D5D9948085EE}" dt="2026-10-25T11:36:56.054" v="2238" actId="1076"/>
          <ac:grpSpMkLst>
            <pc:docMk/>
            <pc:sldMk cId="0" sldId="265"/>
            <ac:grpSpMk id="21" creationId="{1C1EB2FC-4AAD-0376-28CE-012CD48C5A3D}"/>
          </ac:grpSpMkLst>
        </pc:grpChg>
        <pc:grpChg chg="add mod">
          <ac:chgData name="Bhagya Reka" userId="4f1ccb349a649030" providerId="LiveId" clId="{CF69013B-1A49-4AE8-B28A-D5D9948085EE}" dt="2026-10-25T11:37:10.721" v="2240" actId="1076"/>
          <ac:grpSpMkLst>
            <pc:docMk/>
            <pc:sldMk cId="0" sldId="265"/>
            <ac:grpSpMk id="22" creationId="{90A72275-7B89-A0FD-EF9C-EED7457D2AE4}"/>
          </ac:grpSpMkLst>
        </pc:grpChg>
        <pc:grpChg chg="add mod">
          <ac:chgData name="Bhagya Reka" userId="4f1ccb349a649030" providerId="LiveId" clId="{CF69013B-1A49-4AE8-B28A-D5D9948085EE}" dt="2026-10-25T11:37:15.135" v="2241" actId="1076"/>
          <ac:grpSpMkLst>
            <pc:docMk/>
            <pc:sldMk cId="0" sldId="265"/>
            <ac:grpSpMk id="23" creationId="{85E82B4E-0D95-CBF4-EC46-9ADAEFC65A15}"/>
          </ac:grpSpMkLst>
        </pc:grpChg>
        <pc:grpChg chg="add mod">
          <ac:chgData name="Bhagya Reka" userId="4f1ccb349a649030" providerId="LiveId" clId="{CF69013B-1A49-4AE8-B28A-D5D9948085EE}" dt="2026-10-25T11:36:26.104" v="2235" actId="164"/>
          <ac:grpSpMkLst>
            <pc:docMk/>
            <pc:sldMk cId="0" sldId="265"/>
            <ac:grpSpMk id="24" creationId="{122DB243-B2F2-5F75-8242-545BB205CF20}"/>
          </ac:grpSpMkLst>
        </pc:grpChg>
        <pc:grpChg chg="add mod">
          <ac:chgData name="Bhagya Reka" userId="4f1ccb349a649030" providerId="LiveId" clId="{CF69013B-1A49-4AE8-B28A-D5D9948085EE}" dt="2026-10-25T11:37:24.613" v="2242" actId="1076"/>
          <ac:grpSpMkLst>
            <pc:docMk/>
            <pc:sldMk cId="0" sldId="265"/>
            <ac:grpSpMk id="25" creationId="{61492178-5C23-6432-CFCC-1B2B05AF7BAE}"/>
          </ac:grpSpMkLst>
        </pc:grpChg>
        <pc:grpChg chg="add mod">
          <ac:chgData name="Bhagya Reka" userId="4f1ccb349a649030" providerId="LiveId" clId="{CF69013B-1A49-4AE8-B28A-D5D9948085EE}" dt="2026-10-25T11:37:32.995" v="2244" actId="1076"/>
          <ac:grpSpMkLst>
            <pc:docMk/>
            <pc:sldMk cId="0" sldId="265"/>
            <ac:grpSpMk id="26" creationId="{C58F03E2-82CC-923A-2A76-8429B9806F03}"/>
          </ac:grpSpMkLst>
        </pc:grpChg>
      </pc:sldChg>
      <pc:sldChg chg="modSp del mod">
        <pc:chgData name="Bhagya Reka" userId="4f1ccb349a649030" providerId="LiveId" clId="{CF69013B-1A49-4AE8-B28A-D5D9948085EE}" dt="2026-10-25T12:07:26.583" v="2352" actId="2696"/>
        <pc:sldMkLst>
          <pc:docMk/>
          <pc:sldMk cId="0" sldId="267"/>
        </pc:sldMkLst>
        <pc:spChg chg="mod">
          <ac:chgData name="Bhagya Reka" userId="4f1ccb349a649030" providerId="LiveId" clId="{CF69013B-1A49-4AE8-B28A-D5D9948085EE}" dt="2026-10-25T11:43:56.901" v="2259" actId="20577"/>
          <ac:spMkLst>
            <pc:docMk/>
            <pc:sldMk cId="0" sldId="267"/>
            <ac:spMk id="3" creationId="{00000000-0000-0000-0000-000000000000}"/>
          </ac:spMkLst>
        </pc:spChg>
      </pc:sldChg>
      <pc:sldChg chg="addSp modSp mod ord">
        <pc:chgData name="Bhagya Reka" userId="4f1ccb349a649030" providerId="LiveId" clId="{CF69013B-1A49-4AE8-B28A-D5D9948085EE}" dt="2026-10-25T11:46:58.118" v="2272" actId="1076"/>
        <pc:sldMkLst>
          <pc:docMk/>
          <pc:sldMk cId="0" sldId="268"/>
        </pc:sldMkLst>
        <pc:spChg chg="mod">
          <ac:chgData name="Bhagya Reka" userId="4f1ccb349a649030" providerId="LiveId" clId="{CF69013B-1A49-4AE8-B28A-D5D9948085EE}" dt="2026-10-25T11:45:31.283" v="2260" actId="1076"/>
          <ac:spMkLst>
            <pc:docMk/>
            <pc:sldMk cId="0" sldId="268"/>
            <ac:spMk id="3" creationId="{00000000-0000-0000-0000-000000000000}"/>
          </ac:spMkLst>
        </pc:spChg>
        <pc:spChg chg="mod">
          <ac:chgData name="Bhagya Reka" userId="4f1ccb349a649030" providerId="LiveId" clId="{CF69013B-1A49-4AE8-B28A-D5D9948085EE}" dt="2026-10-25T11:45:58.630" v="2263" actId="164"/>
          <ac:spMkLst>
            <pc:docMk/>
            <pc:sldMk cId="0" sldId="268"/>
            <ac:spMk id="4" creationId="{00000000-0000-0000-0000-000000000000}"/>
          </ac:spMkLst>
        </pc:spChg>
        <pc:spChg chg="mod">
          <ac:chgData name="Bhagya Reka" userId="4f1ccb349a649030" providerId="LiveId" clId="{CF69013B-1A49-4AE8-B28A-D5D9948085EE}" dt="2026-10-25T11:45:58.630" v="2263" actId="164"/>
          <ac:spMkLst>
            <pc:docMk/>
            <pc:sldMk cId="0" sldId="268"/>
            <ac:spMk id="5" creationId="{00000000-0000-0000-0000-000000000000}"/>
          </ac:spMkLst>
        </pc:spChg>
        <pc:spChg chg="mod">
          <ac:chgData name="Bhagya Reka" userId="4f1ccb349a649030" providerId="LiveId" clId="{CF69013B-1A49-4AE8-B28A-D5D9948085EE}" dt="2026-10-25T11:45:58.630" v="2263" actId="164"/>
          <ac:spMkLst>
            <pc:docMk/>
            <pc:sldMk cId="0" sldId="268"/>
            <ac:spMk id="6" creationId="{00000000-0000-0000-0000-000000000000}"/>
          </ac:spMkLst>
        </pc:spChg>
        <pc:spChg chg="mod">
          <ac:chgData name="Bhagya Reka" userId="4f1ccb349a649030" providerId="LiveId" clId="{CF69013B-1A49-4AE8-B28A-D5D9948085EE}" dt="2026-10-25T11:45:58.630" v="2263" actId="164"/>
          <ac:spMkLst>
            <pc:docMk/>
            <pc:sldMk cId="0" sldId="268"/>
            <ac:spMk id="7" creationId="{00000000-0000-0000-0000-000000000000}"/>
          </ac:spMkLst>
        </pc:spChg>
        <pc:spChg chg="mod">
          <ac:chgData name="Bhagya Reka" userId="4f1ccb349a649030" providerId="LiveId" clId="{CF69013B-1A49-4AE8-B28A-D5D9948085EE}" dt="2026-10-25T11:45:58.630" v="2263" actId="164"/>
          <ac:spMkLst>
            <pc:docMk/>
            <pc:sldMk cId="0" sldId="268"/>
            <ac:spMk id="8" creationId="{00000000-0000-0000-0000-000000000000}"/>
          </ac:spMkLst>
        </pc:spChg>
        <pc:spChg chg="mod">
          <ac:chgData name="Bhagya Reka" userId="4f1ccb349a649030" providerId="LiveId" clId="{CF69013B-1A49-4AE8-B28A-D5D9948085EE}" dt="2026-10-25T11:45:58.630" v="2263" actId="164"/>
          <ac:spMkLst>
            <pc:docMk/>
            <pc:sldMk cId="0" sldId="268"/>
            <ac:spMk id="9" creationId="{00000000-0000-0000-0000-000000000000}"/>
          </ac:spMkLst>
        </pc:spChg>
        <pc:spChg chg="mod">
          <ac:chgData name="Bhagya Reka" userId="4f1ccb349a649030" providerId="LiveId" clId="{CF69013B-1A49-4AE8-B28A-D5D9948085EE}" dt="2026-10-25T11:45:58.630" v="2263" actId="164"/>
          <ac:spMkLst>
            <pc:docMk/>
            <pc:sldMk cId="0" sldId="268"/>
            <ac:spMk id="10" creationId="{00000000-0000-0000-0000-000000000000}"/>
          </ac:spMkLst>
        </pc:spChg>
        <pc:spChg chg="mod">
          <ac:chgData name="Bhagya Reka" userId="4f1ccb349a649030" providerId="LiveId" clId="{CF69013B-1A49-4AE8-B28A-D5D9948085EE}" dt="2026-10-25T11:45:58.630" v="2263" actId="164"/>
          <ac:spMkLst>
            <pc:docMk/>
            <pc:sldMk cId="0" sldId="268"/>
            <ac:spMk id="11" creationId="{00000000-0000-0000-0000-000000000000}"/>
          </ac:spMkLst>
        </pc:spChg>
        <pc:spChg chg="mod">
          <ac:chgData name="Bhagya Reka" userId="4f1ccb349a649030" providerId="LiveId" clId="{CF69013B-1A49-4AE8-B28A-D5D9948085EE}" dt="2026-10-25T11:45:58.630" v="2263" actId="164"/>
          <ac:spMkLst>
            <pc:docMk/>
            <pc:sldMk cId="0" sldId="268"/>
            <ac:spMk id="12" creationId="{00000000-0000-0000-0000-000000000000}"/>
          </ac:spMkLst>
        </pc:spChg>
        <pc:spChg chg="mod">
          <ac:chgData name="Bhagya Reka" userId="4f1ccb349a649030" providerId="LiveId" clId="{CF69013B-1A49-4AE8-B28A-D5D9948085EE}" dt="2026-10-25T11:45:58.630" v="2263" actId="164"/>
          <ac:spMkLst>
            <pc:docMk/>
            <pc:sldMk cId="0" sldId="268"/>
            <ac:spMk id="13" creationId="{00000000-0000-0000-0000-000000000000}"/>
          </ac:spMkLst>
        </pc:spChg>
        <pc:spChg chg="mod">
          <ac:chgData name="Bhagya Reka" userId="4f1ccb349a649030" providerId="LiveId" clId="{CF69013B-1A49-4AE8-B28A-D5D9948085EE}" dt="2026-10-25T11:45:58.630" v="2263" actId="164"/>
          <ac:spMkLst>
            <pc:docMk/>
            <pc:sldMk cId="0" sldId="268"/>
            <ac:spMk id="14" creationId="{00000000-0000-0000-0000-000000000000}"/>
          </ac:spMkLst>
        </pc:spChg>
        <pc:spChg chg="mod">
          <ac:chgData name="Bhagya Reka" userId="4f1ccb349a649030" providerId="LiveId" clId="{CF69013B-1A49-4AE8-B28A-D5D9948085EE}" dt="2026-10-25T11:45:58.630" v="2263" actId="164"/>
          <ac:spMkLst>
            <pc:docMk/>
            <pc:sldMk cId="0" sldId="268"/>
            <ac:spMk id="15" creationId="{00000000-0000-0000-0000-000000000000}"/>
          </ac:spMkLst>
        </pc:spChg>
        <pc:spChg chg="mod">
          <ac:chgData name="Bhagya Reka" userId="4f1ccb349a649030" providerId="LiveId" clId="{CF69013B-1A49-4AE8-B28A-D5D9948085EE}" dt="2026-10-25T11:45:58.630" v="2263" actId="164"/>
          <ac:spMkLst>
            <pc:docMk/>
            <pc:sldMk cId="0" sldId="268"/>
            <ac:spMk id="16" creationId="{00000000-0000-0000-0000-000000000000}"/>
          </ac:spMkLst>
        </pc:spChg>
        <pc:spChg chg="mod">
          <ac:chgData name="Bhagya Reka" userId="4f1ccb349a649030" providerId="LiveId" clId="{CF69013B-1A49-4AE8-B28A-D5D9948085EE}" dt="2026-10-25T11:45:58.630" v="2263" actId="164"/>
          <ac:spMkLst>
            <pc:docMk/>
            <pc:sldMk cId="0" sldId="268"/>
            <ac:spMk id="17" creationId="{00000000-0000-0000-0000-000000000000}"/>
          </ac:spMkLst>
        </pc:spChg>
        <pc:spChg chg="mod">
          <ac:chgData name="Bhagya Reka" userId="4f1ccb349a649030" providerId="LiveId" clId="{CF69013B-1A49-4AE8-B28A-D5D9948085EE}" dt="2026-10-25T11:46:37.879" v="2268" actId="1076"/>
          <ac:spMkLst>
            <pc:docMk/>
            <pc:sldMk cId="0" sldId="268"/>
            <ac:spMk id="18" creationId="{00000000-0000-0000-0000-000000000000}"/>
          </ac:spMkLst>
        </pc:spChg>
        <pc:spChg chg="mod">
          <ac:chgData name="Bhagya Reka" userId="4f1ccb349a649030" providerId="LiveId" clId="{CF69013B-1A49-4AE8-B28A-D5D9948085EE}" dt="2026-10-25T11:45:58.630" v="2263" actId="164"/>
          <ac:spMkLst>
            <pc:docMk/>
            <pc:sldMk cId="0" sldId="268"/>
            <ac:spMk id="19" creationId="{00000000-0000-0000-0000-000000000000}"/>
          </ac:spMkLst>
        </pc:spChg>
        <pc:spChg chg="mod">
          <ac:chgData name="Bhagya Reka" userId="4f1ccb349a649030" providerId="LiveId" clId="{CF69013B-1A49-4AE8-B28A-D5D9948085EE}" dt="2026-10-25T11:46:02.220" v="2264" actId="164"/>
          <ac:spMkLst>
            <pc:docMk/>
            <pc:sldMk cId="0" sldId="268"/>
            <ac:spMk id="20" creationId="{00000000-0000-0000-0000-000000000000}"/>
          </ac:spMkLst>
        </pc:spChg>
        <pc:spChg chg="add mod">
          <ac:chgData name="Bhagya Reka" userId="4f1ccb349a649030" providerId="LiveId" clId="{CF69013B-1A49-4AE8-B28A-D5D9948085EE}" dt="2026-10-25T11:45:45.144" v="2262" actId="571"/>
          <ac:spMkLst>
            <pc:docMk/>
            <pc:sldMk cId="0" sldId="268"/>
            <ac:spMk id="21" creationId="{BEFEBF49-2A73-45F2-D417-82099AC3F993}"/>
          </ac:spMkLst>
        </pc:spChg>
        <pc:spChg chg="mod">
          <ac:chgData name="Bhagya Reka" userId="4f1ccb349a649030" providerId="LiveId" clId="{CF69013B-1A49-4AE8-B28A-D5D9948085EE}" dt="2026-10-25T11:46:58.118" v="2272" actId="1076"/>
          <ac:spMkLst>
            <pc:docMk/>
            <pc:sldMk cId="0" sldId="268"/>
            <ac:spMk id="22" creationId="{CAA3D569-3B02-FE96-AF06-33F4B9491344}"/>
          </ac:spMkLst>
        </pc:spChg>
        <pc:spChg chg="add mod">
          <ac:chgData name="Bhagya Reka" userId="4f1ccb349a649030" providerId="LiveId" clId="{CF69013B-1A49-4AE8-B28A-D5D9948085EE}" dt="2026-10-25T11:45:45.144" v="2262" actId="571"/>
          <ac:spMkLst>
            <pc:docMk/>
            <pc:sldMk cId="0" sldId="268"/>
            <ac:spMk id="24" creationId="{8CCD56AC-D975-493B-908B-AB09F03E1E4E}"/>
          </ac:spMkLst>
        </pc:spChg>
        <pc:spChg chg="add mod">
          <ac:chgData name="Bhagya Reka" userId="4f1ccb349a649030" providerId="LiveId" clId="{CF69013B-1A49-4AE8-B28A-D5D9948085EE}" dt="2026-10-25T11:45:45.144" v="2262" actId="571"/>
          <ac:spMkLst>
            <pc:docMk/>
            <pc:sldMk cId="0" sldId="268"/>
            <ac:spMk id="25" creationId="{6CA23DB4-99C9-473E-73B2-8502399E9958}"/>
          </ac:spMkLst>
        </pc:spChg>
        <pc:spChg chg="add mod">
          <ac:chgData name="Bhagya Reka" userId="4f1ccb349a649030" providerId="LiveId" clId="{CF69013B-1A49-4AE8-B28A-D5D9948085EE}" dt="2026-10-25T11:45:45.144" v="2262" actId="571"/>
          <ac:spMkLst>
            <pc:docMk/>
            <pc:sldMk cId="0" sldId="268"/>
            <ac:spMk id="26" creationId="{28A232E7-97A7-1226-D28B-F56397BB197E}"/>
          </ac:spMkLst>
        </pc:spChg>
        <pc:spChg chg="add mod">
          <ac:chgData name="Bhagya Reka" userId="4f1ccb349a649030" providerId="LiveId" clId="{CF69013B-1A49-4AE8-B28A-D5D9948085EE}" dt="2026-10-25T11:45:45.144" v="2262" actId="571"/>
          <ac:spMkLst>
            <pc:docMk/>
            <pc:sldMk cId="0" sldId="268"/>
            <ac:spMk id="27" creationId="{E2D0432E-7173-6825-0877-4C7020FA0AF8}"/>
          </ac:spMkLst>
        </pc:spChg>
        <pc:spChg chg="add mod">
          <ac:chgData name="Bhagya Reka" userId="4f1ccb349a649030" providerId="LiveId" clId="{CF69013B-1A49-4AE8-B28A-D5D9948085EE}" dt="2026-10-25T11:45:45.144" v="2262" actId="571"/>
          <ac:spMkLst>
            <pc:docMk/>
            <pc:sldMk cId="0" sldId="268"/>
            <ac:spMk id="28" creationId="{BE7B8F62-6E1C-9007-9B36-8AE13D2652F2}"/>
          </ac:spMkLst>
        </pc:spChg>
        <pc:spChg chg="add mod">
          <ac:chgData name="Bhagya Reka" userId="4f1ccb349a649030" providerId="LiveId" clId="{CF69013B-1A49-4AE8-B28A-D5D9948085EE}" dt="2026-10-25T11:45:45.144" v="2262" actId="571"/>
          <ac:spMkLst>
            <pc:docMk/>
            <pc:sldMk cId="0" sldId="268"/>
            <ac:spMk id="29" creationId="{9B362AFD-5154-648C-F7D5-2B01DD67F4CF}"/>
          </ac:spMkLst>
        </pc:spChg>
        <pc:grpChg chg="add mod">
          <ac:chgData name="Bhagya Reka" userId="4f1ccb349a649030" providerId="LiveId" clId="{CF69013B-1A49-4AE8-B28A-D5D9948085EE}" dt="2026-10-25T11:46:02.220" v="2264" actId="164"/>
          <ac:grpSpMkLst>
            <pc:docMk/>
            <pc:sldMk cId="0" sldId="268"/>
            <ac:grpSpMk id="30" creationId="{AE26934E-7C78-0888-0D0D-288E00D18ADA}"/>
          </ac:grpSpMkLst>
        </pc:grpChg>
        <pc:grpChg chg="add mod">
          <ac:chgData name="Bhagya Reka" userId="4f1ccb349a649030" providerId="LiveId" clId="{CF69013B-1A49-4AE8-B28A-D5D9948085EE}" dt="2026-10-25T11:46:33.430" v="2267" actId="1076"/>
          <ac:grpSpMkLst>
            <pc:docMk/>
            <pc:sldMk cId="0" sldId="268"/>
            <ac:grpSpMk id="31" creationId="{40C21E27-CC24-4975-39BA-9C51645F5179}"/>
          </ac:grpSpMkLst>
        </pc:grpChg>
      </pc:sldChg>
      <pc:sldChg chg="modSp mod">
        <pc:chgData name="Bhagya Reka" userId="4f1ccb349a649030" providerId="LiveId" clId="{CF69013B-1A49-4AE8-B28A-D5D9948085EE}" dt="2026-10-24T08:14:36.059" v="314" actId="403"/>
        <pc:sldMkLst>
          <pc:docMk/>
          <pc:sldMk cId="0" sldId="271"/>
        </pc:sldMkLst>
        <pc:spChg chg="mod">
          <ac:chgData name="Bhagya Reka" userId="4f1ccb349a649030" providerId="LiveId" clId="{CF69013B-1A49-4AE8-B28A-D5D9948085EE}" dt="2026-10-24T08:14:36.059" v="314" actId="403"/>
          <ac:spMkLst>
            <pc:docMk/>
            <pc:sldMk cId="0" sldId="271"/>
            <ac:spMk id="3" creationId="{00000000-0000-0000-0000-000000000000}"/>
          </ac:spMkLst>
        </pc:spChg>
      </pc:sldChg>
      <pc:sldChg chg="addSp delSp modSp mod">
        <pc:chgData name="Bhagya Reka" userId="4f1ccb349a649030" providerId="LiveId" clId="{CF69013B-1A49-4AE8-B28A-D5D9948085EE}" dt="2026-10-24T08:08:47.457" v="283" actId="1440"/>
        <pc:sldMkLst>
          <pc:docMk/>
          <pc:sldMk cId="963712841" sldId="272"/>
        </pc:sldMkLst>
        <pc:spChg chg="mod">
          <ac:chgData name="Bhagya Reka" userId="4f1ccb349a649030" providerId="LiveId" clId="{CF69013B-1A49-4AE8-B28A-D5D9948085EE}" dt="2026-10-24T08:05:22.523" v="259" actId="20577"/>
          <ac:spMkLst>
            <pc:docMk/>
            <pc:sldMk cId="963712841" sldId="272"/>
            <ac:spMk id="6" creationId="{348111AB-5E0F-2C80-6436-9C6E574D9FF9}"/>
          </ac:spMkLst>
        </pc:spChg>
        <pc:spChg chg="mod">
          <ac:chgData name="Bhagya Reka" userId="4f1ccb349a649030" providerId="LiveId" clId="{CF69013B-1A49-4AE8-B28A-D5D9948085EE}" dt="2026-10-24T08:06:26.541" v="266" actId="14100"/>
          <ac:spMkLst>
            <pc:docMk/>
            <pc:sldMk cId="963712841" sldId="272"/>
            <ac:spMk id="7" creationId="{ECB8EC34-CC88-DA43-5CB3-522482C1944D}"/>
          </ac:spMkLst>
        </pc:spChg>
        <pc:spChg chg="add mod">
          <ac:chgData name="Bhagya Reka" userId="4f1ccb349a649030" providerId="LiveId" clId="{CF69013B-1A49-4AE8-B28A-D5D9948085EE}" dt="2026-10-24T08:05:55.382" v="262" actId="1582"/>
          <ac:spMkLst>
            <pc:docMk/>
            <pc:sldMk cId="963712841" sldId="272"/>
            <ac:spMk id="8" creationId="{AB6F0766-7E1E-37C1-048E-054A6A17A9E4}"/>
          </ac:spMkLst>
        </pc:spChg>
        <pc:spChg chg="mod">
          <ac:chgData name="Bhagya Reka" userId="4f1ccb349a649030" providerId="LiveId" clId="{CF69013B-1A49-4AE8-B28A-D5D9948085EE}" dt="2026-10-24T08:06:18.422" v="264" actId="1076"/>
          <ac:spMkLst>
            <pc:docMk/>
            <pc:sldMk cId="963712841" sldId="272"/>
            <ac:spMk id="11" creationId="{C1575C40-220E-491D-2217-3B0F95392F96}"/>
          </ac:spMkLst>
        </pc:spChg>
        <pc:picChg chg="del mod">
          <ac:chgData name="Bhagya Reka" userId="4f1ccb349a649030" providerId="LiveId" clId="{CF69013B-1A49-4AE8-B28A-D5D9948085EE}" dt="2026-10-24T08:04:05.075" v="246" actId="478"/>
          <ac:picMkLst>
            <pc:docMk/>
            <pc:sldMk cId="963712841" sldId="272"/>
            <ac:picMk id="9" creationId="{BEC71E37-A8B5-D7BE-C59F-6410756FA9DC}"/>
          </ac:picMkLst>
        </pc:picChg>
        <pc:picChg chg="add mod modCrop">
          <ac:chgData name="Bhagya Reka" userId="4f1ccb349a649030" providerId="LiveId" clId="{CF69013B-1A49-4AE8-B28A-D5D9948085EE}" dt="2026-10-24T08:08:47.457" v="283" actId="1440"/>
          <ac:picMkLst>
            <pc:docMk/>
            <pc:sldMk cId="963712841" sldId="272"/>
            <ac:picMk id="12" creationId="{FA5230B8-1665-F503-D30D-EE05EC067A2D}"/>
          </ac:picMkLst>
        </pc:picChg>
      </pc:sldChg>
      <pc:sldChg chg="addSp modSp new mod">
        <pc:chgData name="Bhagya Reka" userId="4f1ccb349a649030" providerId="LiveId" clId="{CF69013B-1A49-4AE8-B28A-D5D9948085EE}" dt="2026-10-25T10:25:03.468" v="1025" actId="403"/>
        <pc:sldMkLst>
          <pc:docMk/>
          <pc:sldMk cId="437285479" sldId="275"/>
        </pc:sldMkLst>
        <pc:spChg chg="add mod">
          <ac:chgData name="Bhagya Reka" userId="4f1ccb349a649030" providerId="LiveId" clId="{CF69013B-1A49-4AE8-B28A-D5D9948085EE}" dt="2026-10-24T07:50:06.264" v="84"/>
          <ac:spMkLst>
            <pc:docMk/>
            <pc:sldMk cId="437285479" sldId="275"/>
            <ac:spMk id="2" creationId="{3D025D1A-8787-BF28-ED7E-4FF3E73482FB}"/>
          </ac:spMkLst>
        </pc:spChg>
        <pc:spChg chg="add mod">
          <ac:chgData name="Bhagya Reka" userId="4f1ccb349a649030" providerId="LiveId" clId="{CF69013B-1A49-4AE8-B28A-D5D9948085EE}" dt="2026-10-24T07:52:50.893" v="107" actId="1076"/>
          <ac:spMkLst>
            <pc:docMk/>
            <pc:sldMk cId="437285479" sldId="275"/>
            <ac:spMk id="4" creationId="{4C275E8F-C2A3-76FD-7E8A-806923F6869C}"/>
          </ac:spMkLst>
        </pc:spChg>
        <pc:spChg chg="add mod">
          <ac:chgData name="Bhagya Reka" userId="4f1ccb349a649030" providerId="LiveId" clId="{CF69013B-1A49-4AE8-B28A-D5D9948085EE}" dt="2026-10-24T07:52:54.897" v="108" actId="1076"/>
          <ac:spMkLst>
            <pc:docMk/>
            <pc:sldMk cId="437285479" sldId="275"/>
            <ac:spMk id="5" creationId="{D1B147D9-CA8E-4829-7FAC-864AB8E2B0D9}"/>
          </ac:spMkLst>
        </pc:spChg>
        <pc:spChg chg="add mod">
          <ac:chgData name="Bhagya Reka" userId="4f1ccb349a649030" providerId="LiveId" clId="{CF69013B-1A49-4AE8-B28A-D5D9948085EE}" dt="2026-10-25T10:25:03.468" v="1025" actId="403"/>
          <ac:spMkLst>
            <pc:docMk/>
            <pc:sldMk cId="437285479" sldId="275"/>
            <ac:spMk id="7" creationId="{96A860B5-A56A-F992-FD22-93DF66DF4ACE}"/>
          </ac:spMkLst>
        </pc:spChg>
        <pc:picChg chg="add mod">
          <ac:chgData name="Bhagya Reka" userId="4f1ccb349a649030" providerId="LiveId" clId="{CF69013B-1A49-4AE8-B28A-D5D9948085EE}" dt="2026-10-24T07:50:13.100" v="85"/>
          <ac:picMkLst>
            <pc:docMk/>
            <pc:sldMk cId="437285479" sldId="275"/>
            <ac:picMk id="3" creationId="{E7D37A81-3CA1-F4AD-B378-9795E3F43374}"/>
          </ac:picMkLst>
        </pc:picChg>
      </pc:sldChg>
      <pc:sldChg chg="new del">
        <pc:chgData name="Bhagya Reka" userId="4f1ccb349a649030" providerId="LiveId" clId="{CF69013B-1A49-4AE8-B28A-D5D9948085EE}" dt="2026-10-24T07:49:48.176" v="82" actId="2696"/>
        <pc:sldMkLst>
          <pc:docMk/>
          <pc:sldMk cId="1061806163" sldId="275"/>
        </pc:sldMkLst>
      </pc:sldChg>
      <pc:sldChg chg="addSp delSp modSp new mod">
        <pc:chgData name="Bhagya Reka" userId="4f1ccb349a649030" providerId="LiveId" clId="{CF69013B-1A49-4AE8-B28A-D5D9948085EE}" dt="2026-10-25T10:01:41.027" v="834" actId="1076"/>
        <pc:sldMkLst>
          <pc:docMk/>
          <pc:sldMk cId="3292542114" sldId="276"/>
        </pc:sldMkLst>
        <pc:spChg chg="mod">
          <ac:chgData name="Bhagya Reka" userId="4f1ccb349a649030" providerId="LiveId" clId="{CF69013B-1A49-4AE8-B28A-D5D9948085EE}" dt="2026-10-25T09:52:33.969" v="495" actId="1076"/>
          <ac:spMkLst>
            <pc:docMk/>
            <pc:sldMk cId="3292542114" sldId="276"/>
            <ac:spMk id="2" creationId="{080B3E37-125A-E443-B203-B091222647C0}"/>
          </ac:spMkLst>
        </pc:spChg>
        <pc:spChg chg="add mod">
          <ac:chgData name="Bhagya Reka" userId="4f1ccb349a649030" providerId="LiveId" clId="{CF69013B-1A49-4AE8-B28A-D5D9948085EE}" dt="2026-10-25T09:52:22.222" v="493"/>
          <ac:spMkLst>
            <pc:docMk/>
            <pc:sldMk cId="3292542114" sldId="276"/>
            <ac:spMk id="3" creationId="{A3FB0BCC-8866-2D9F-8406-848A723826A5}"/>
          </ac:spMkLst>
        </pc:spChg>
        <pc:spChg chg="add mod">
          <ac:chgData name="Bhagya Reka" userId="4f1ccb349a649030" providerId="LiveId" clId="{CF69013B-1A49-4AE8-B28A-D5D9948085EE}" dt="2026-10-25T10:01:34.186" v="833" actId="1076"/>
          <ac:spMkLst>
            <pc:docMk/>
            <pc:sldMk cId="3292542114" sldId="276"/>
            <ac:spMk id="5" creationId="{510A279F-F036-5977-A3E3-8D8780B70D8B}"/>
          </ac:spMkLst>
        </pc:spChg>
        <pc:spChg chg="add mod">
          <ac:chgData name="Bhagya Reka" userId="4f1ccb349a649030" providerId="LiveId" clId="{CF69013B-1A49-4AE8-B28A-D5D9948085EE}" dt="2026-10-25T10:01:19.259" v="830" actId="1076"/>
          <ac:spMkLst>
            <pc:docMk/>
            <pc:sldMk cId="3292542114" sldId="276"/>
            <ac:spMk id="6" creationId="{24A7FDAA-E4C1-E4C8-498C-930992E7BFA0}"/>
          </ac:spMkLst>
        </pc:spChg>
        <pc:spChg chg="add mod">
          <ac:chgData name="Bhagya Reka" userId="4f1ccb349a649030" providerId="LiveId" clId="{CF69013B-1A49-4AE8-B28A-D5D9948085EE}" dt="2026-10-25T10:01:41.027" v="834" actId="1076"/>
          <ac:spMkLst>
            <pc:docMk/>
            <pc:sldMk cId="3292542114" sldId="276"/>
            <ac:spMk id="7" creationId="{34644DA7-A3DF-9F89-DA3C-3342578D527D}"/>
          </ac:spMkLst>
        </pc:spChg>
        <pc:spChg chg="add del mod">
          <ac:chgData name="Bhagya Reka" userId="4f1ccb349a649030" providerId="LiveId" clId="{CF69013B-1A49-4AE8-B28A-D5D9948085EE}" dt="2026-10-25T09:54:13.119" v="503" actId="478"/>
          <ac:spMkLst>
            <pc:docMk/>
            <pc:sldMk cId="3292542114" sldId="276"/>
            <ac:spMk id="8" creationId="{4D236247-7491-656E-F7F2-0F453965440C}"/>
          </ac:spMkLst>
        </pc:spChg>
        <pc:spChg chg="add">
          <ac:chgData name="Bhagya Reka" userId="4f1ccb349a649030" providerId="LiveId" clId="{CF69013B-1A49-4AE8-B28A-D5D9948085EE}" dt="2026-10-25T09:56:41.915" v="544"/>
          <ac:spMkLst>
            <pc:docMk/>
            <pc:sldMk cId="3292542114" sldId="276"/>
            <ac:spMk id="9" creationId="{182A0517-655B-CB62-1EBF-40011AA77F5F}"/>
          </ac:spMkLst>
        </pc:spChg>
        <pc:spChg chg="add mod">
          <ac:chgData name="Bhagya Reka" userId="4f1ccb349a649030" providerId="LiveId" clId="{CF69013B-1A49-4AE8-B28A-D5D9948085EE}" dt="2026-10-25T09:56:49.889" v="546"/>
          <ac:spMkLst>
            <pc:docMk/>
            <pc:sldMk cId="3292542114" sldId="276"/>
            <ac:spMk id="10" creationId="{89741481-B9D6-E2FA-1484-DA187F101A51}"/>
          </ac:spMkLst>
        </pc:spChg>
        <pc:spChg chg="add mod">
          <ac:chgData name="Bhagya Reka" userId="4f1ccb349a649030" providerId="LiveId" clId="{CF69013B-1A49-4AE8-B28A-D5D9948085EE}" dt="2026-10-25T09:57:12.104" v="549" actId="1076"/>
          <ac:spMkLst>
            <pc:docMk/>
            <pc:sldMk cId="3292542114" sldId="276"/>
            <ac:spMk id="11" creationId="{39237682-9FA5-F70C-3C74-CAAD791A66DF}"/>
          </ac:spMkLst>
        </pc:spChg>
        <pc:picChg chg="add mod">
          <ac:chgData name="Bhagya Reka" userId="4f1ccb349a649030" providerId="LiveId" clId="{CF69013B-1A49-4AE8-B28A-D5D9948085EE}" dt="2026-10-25T09:52:28.469" v="494"/>
          <ac:picMkLst>
            <pc:docMk/>
            <pc:sldMk cId="3292542114" sldId="276"/>
            <ac:picMk id="4" creationId="{77CB7450-BE1D-7DD4-F697-0BDE005DC124}"/>
          </ac:picMkLst>
        </pc:picChg>
      </pc:sldChg>
      <pc:sldChg chg="addSp modSp new mod">
        <pc:chgData name="Bhagya Reka" userId="4f1ccb349a649030" providerId="LiveId" clId="{CF69013B-1A49-4AE8-B28A-D5D9948085EE}" dt="2026-10-25T11:05:30.188" v="1269" actId="1076"/>
        <pc:sldMkLst>
          <pc:docMk/>
          <pc:sldMk cId="1483171225" sldId="277"/>
        </pc:sldMkLst>
        <pc:spChg chg="mod">
          <ac:chgData name="Bhagya Reka" userId="4f1ccb349a649030" providerId="LiveId" clId="{CF69013B-1A49-4AE8-B28A-D5D9948085EE}" dt="2026-10-25T10:24:27.051" v="1021" actId="403"/>
          <ac:spMkLst>
            <pc:docMk/>
            <pc:sldMk cId="1483171225" sldId="277"/>
            <ac:spMk id="2" creationId="{4AAAB3D8-72C4-CC71-55F9-964238DCEE3A}"/>
          </ac:spMkLst>
        </pc:spChg>
        <pc:spChg chg="mod">
          <ac:chgData name="Bhagya Reka" userId="4f1ccb349a649030" providerId="LiveId" clId="{CF69013B-1A49-4AE8-B28A-D5D9948085EE}" dt="2026-10-25T11:05:30.188" v="1269" actId="1076"/>
          <ac:spMkLst>
            <pc:docMk/>
            <pc:sldMk cId="1483171225" sldId="277"/>
            <ac:spMk id="3" creationId="{89A7C0F9-D8AD-1449-780B-311870EF9105}"/>
          </ac:spMkLst>
        </pc:spChg>
        <pc:spChg chg="add mod">
          <ac:chgData name="Bhagya Reka" userId="4f1ccb349a649030" providerId="LiveId" clId="{CF69013B-1A49-4AE8-B28A-D5D9948085EE}" dt="2026-10-25T10:09:08.281" v="914"/>
          <ac:spMkLst>
            <pc:docMk/>
            <pc:sldMk cId="1483171225" sldId="277"/>
            <ac:spMk id="4" creationId="{1DB3CE85-1CF0-6FA7-7E60-42C2B5DF6680}"/>
          </ac:spMkLst>
        </pc:spChg>
        <pc:picChg chg="add mod">
          <ac:chgData name="Bhagya Reka" userId="4f1ccb349a649030" providerId="LiveId" clId="{CF69013B-1A49-4AE8-B28A-D5D9948085EE}" dt="2026-10-25T10:09:16.072" v="915"/>
          <ac:picMkLst>
            <pc:docMk/>
            <pc:sldMk cId="1483171225" sldId="277"/>
            <ac:picMk id="5" creationId="{C26B3538-1190-FC8E-4E0C-5998A72781C8}"/>
          </ac:picMkLst>
        </pc:picChg>
      </pc:sldChg>
      <pc:sldChg chg="addSp delSp modSp new mod">
        <pc:chgData name="Bhagya Reka" userId="4f1ccb349a649030" providerId="LiveId" clId="{CF69013B-1A49-4AE8-B28A-D5D9948085EE}" dt="2026-10-25T10:59:08.531" v="1265" actId="207"/>
        <pc:sldMkLst>
          <pc:docMk/>
          <pc:sldMk cId="713260845" sldId="278"/>
        </pc:sldMkLst>
        <pc:spChg chg="mod">
          <ac:chgData name="Bhagya Reka" userId="4f1ccb349a649030" providerId="LiveId" clId="{CF69013B-1A49-4AE8-B28A-D5D9948085EE}" dt="2026-10-25T10:47:51.941" v="1152" actId="27636"/>
          <ac:spMkLst>
            <pc:docMk/>
            <pc:sldMk cId="713260845" sldId="278"/>
            <ac:spMk id="2" creationId="{510D4D93-D1FB-BDB3-A037-238C4FD51837}"/>
          </ac:spMkLst>
        </pc:spChg>
        <pc:spChg chg="mod">
          <ac:chgData name="Bhagya Reka" userId="4f1ccb349a649030" providerId="LiveId" clId="{CF69013B-1A49-4AE8-B28A-D5D9948085EE}" dt="2026-10-25T10:57:37.349" v="1259" actId="404"/>
          <ac:spMkLst>
            <pc:docMk/>
            <pc:sldMk cId="713260845" sldId="278"/>
            <ac:spMk id="3" creationId="{FE92FE8E-08AB-772E-D643-933C6EF44C73}"/>
          </ac:spMkLst>
        </pc:spChg>
        <pc:spChg chg="del mod">
          <ac:chgData name="Bhagya Reka" userId="4f1ccb349a649030" providerId="LiveId" clId="{CF69013B-1A49-4AE8-B28A-D5D9948085EE}" dt="2026-10-25T10:50:45.490" v="1215"/>
          <ac:spMkLst>
            <pc:docMk/>
            <pc:sldMk cId="713260845" sldId="278"/>
            <ac:spMk id="4" creationId="{F9E8D6C1-C6E9-1727-5A81-C2BE53E4010E}"/>
          </ac:spMkLst>
        </pc:spChg>
        <pc:spChg chg="mod">
          <ac:chgData name="Bhagya Reka" userId="4f1ccb349a649030" providerId="LiveId" clId="{CF69013B-1A49-4AE8-B28A-D5D9948085EE}" dt="2026-10-25T10:57:53.697" v="1261" actId="207"/>
          <ac:spMkLst>
            <pc:docMk/>
            <pc:sldMk cId="713260845" sldId="278"/>
            <ac:spMk id="5" creationId="{7A168774-F5B3-86A2-2EBD-8A736BA37A8E}"/>
          </ac:spMkLst>
        </pc:spChg>
        <pc:spChg chg="del mod">
          <ac:chgData name="Bhagya Reka" userId="4f1ccb349a649030" providerId="LiveId" clId="{CF69013B-1A49-4AE8-B28A-D5D9948085EE}" dt="2026-10-25T10:54:00.902" v="1231"/>
          <ac:spMkLst>
            <pc:docMk/>
            <pc:sldMk cId="713260845" sldId="278"/>
            <ac:spMk id="6" creationId="{FE419ABF-65D3-DF84-F061-549B702F797F}"/>
          </ac:spMkLst>
        </pc:spChg>
        <pc:spChg chg="add mod">
          <ac:chgData name="Bhagya Reka" userId="4f1ccb349a649030" providerId="LiveId" clId="{CF69013B-1A49-4AE8-B28A-D5D9948085EE}" dt="2026-10-25T10:46:18.505" v="1108"/>
          <ac:spMkLst>
            <pc:docMk/>
            <pc:sldMk cId="713260845" sldId="278"/>
            <ac:spMk id="7" creationId="{9F79C7A3-C202-0739-E320-3BD53FCF969F}"/>
          </ac:spMkLst>
        </pc:spChg>
        <pc:spChg chg="add mod">
          <ac:chgData name="Bhagya Reka" userId="4f1ccb349a649030" providerId="LiveId" clId="{CF69013B-1A49-4AE8-B28A-D5D9948085EE}" dt="2026-10-25T10:59:08.531" v="1265" actId="207"/>
          <ac:spMkLst>
            <pc:docMk/>
            <pc:sldMk cId="713260845" sldId="278"/>
            <ac:spMk id="9" creationId="{AF0006C0-571B-8D26-4248-3804FB8A6937}"/>
          </ac:spMkLst>
        </pc:spChg>
        <pc:spChg chg="add mod">
          <ac:chgData name="Bhagya Reka" userId="4f1ccb349a649030" providerId="LiveId" clId="{CF69013B-1A49-4AE8-B28A-D5D9948085EE}" dt="2026-10-25T10:56:26.581" v="1253" actId="1582"/>
          <ac:spMkLst>
            <pc:docMk/>
            <pc:sldMk cId="713260845" sldId="278"/>
            <ac:spMk id="10" creationId="{D42B3820-8472-22AF-179B-80F03A8D386F}"/>
          </ac:spMkLst>
        </pc:spChg>
        <pc:picChg chg="add mod">
          <ac:chgData name="Bhagya Reka" userId="4f1ccb349a649030" providerId="LiveId" clId="{CF69013B-1A49-4AE8-B28A-D5D9948085EE}" dt="2026-10-25T10:46:25.278" v="1109"/>
          <ac:picMkLst>
            <pc:docMk/>
            <pc:sldMk cId="713260845" sldId="278"/>
            <ac:picMk id="8" creationId="{49AF7F3A-59D8-4C85-FC8A-A29EBB3F8422}"/>
          </ac:picMkLst>
        </pc:picChg>
      </pc:sldChg>
      <pc:sldChg chg="addSp delSp modSp new del mod">
        <pc:chgData name="Bhagya Reka" userId="4f1ccb349a649030" providerId="LiveId" clId="{CF69013B-1A49-4AE8-B28A-D5D9948085EE}" dt="2026-10-25T10:44:35.381" v="1094" actId="2696"/>
        <pc:sldMkLst>
          <pc:docMk/>
          <pc:sldMk cId="1086572748" sldId="278"/>
        </pc:sldMkLst>
        <pc:spChg chg="del mod">
          <ac:chgData name="Bhagya Reka" userId="4f1ccb349a649030" providerId="LiveId" clId="{CF69013B-1A49-4AE8-B28A-D5D9948085EE}" dt="2026-10-25T10:43:19.777" v="1084"/>
          <ac:spMkLst>
            <pc:docMk/>
            <pc:sldMk cId="1086572748" sldId="278"/>
            <ac:spMk id="2" creationId="{9BF62503-ACAF-F577-09AB-98E4AF9937F7}"/>
          </ac:spMkLst>
        </pc:spChg>
        <pc:spChg chg="mod">
          <ac:chgData name="Bhagya Reka" userId="4f1ccb349a649030" providerId="LiveId" clId="{CF69013B-1A49-4AE8-B28A-D5D9948085EE}" dt="2026-10-25T10:44:07.987" v="1093" actId="14100"/>
          <ac:spMkLst>
            <pc:docMk/>
            <pc:sldMk cId="1086572748" sldId="278"/>
            <ac:spMk id="3" creationId="{3335A958-E927-D025-BFFA-2F7F4154927E}"/>
          </ac:spMkLst>
        </pc:spChg>
        <pc:spChg chg="mod">
          <ac:chgData name="Bhagya Reka" userId="4f1ccb349a649030" providerId="LiveId" clId="{CF69013B-1A49-4AE8-B28A-D5D9948085EE}" dt="2026-10-25T10:44:02.020" v="1092" actId="14100"/>
          <ac:spMkLst>
            <pc:docMk/>
            <pc:sldMk cId="1086572748" sldId="278"/>
            <ac:spMk id="4" creationId="{BBFDD882-6DEC-462D-F6B7-E5634056DBD5}"/>
          </ac:spMkLst>
        </pc:spChg>
        <pc:spChg chg="add mod">
          <ac:chgData name="Bhagya Reka" userId="4f1ccb349a649030" providerId="LiveId" clId="{CF69013B-1A49-4AE8-B28A-D5D9948085EE}" dt="2026-10-25T10:42:36.473" v="1076"/>
          <ac:spMkLst>
            <pc:docMk/>
            <pc:sldMk cId="1086572748" sldId="278"/>
            <ac:spMk id="5" creationId="{083CCCD3-339B-FB82-4992-75907B1CA6E0}"/>
          </ac:spMkLst>
        </pc:spChg>
        <pc:spChg chg="add mod">
          <ac:chgData name="Bhagya Reka" userId="4f1ccb349a649030" providerId="LiveId" clId="{CF69013B-1A49-4AE8-B28A-D5D9948085EE}" dt="2026-10-25T10:43:49.443" v="1089" actId="1076"/>
          <ac:spMkLst>
            <pc:docMk/>
            <pc:sldMk cId="1086572748" sldId="278"/>
            <ac:spMk id="7" creationId="{9F2305FE-61DC-59A1-1D8E-580FB209B61B}"/>
          </ac:spMkLst>
        </pc:spChg>
        <pc:picChg chg="add mod">
          <ac:chgData name="Bhagya Reka" userId="4f1ccb349a649030" providerId="LiveId" clId="{CF69013B-1A49-4AE8-B28A-D5D9948085EE}" dt="2026-10-25T10:42:45.442" v="1077"/>
          <ac:picMkLst>
            <pc:docMk/>
            <pc:sldMk cId="1086572748" sldId="278"/>
            <ac:picMk id="6" creationId="{B32B9C11-0F6A-E771-344E-1C94BD771269}"/>
          </ac:picMkLst>
        </pc:picChg>
      </pc:sldChg>
      <pc:sldChg chg="new del">
        <pc:chgData name="Bhagya Reka" userId="4f1ccb349a649030" providerId="LiveId" clId="{CF69013B-1A49-4AE8-B28A-D5D9948085EE}" dt="2026-10-25T11:03:46.031" v="1267" actId="680"/>
        <pc:sldMkLst>
          <pc:docMk/>
          <pc:sldMk cId="4275080358" sldId="279"/>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jp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jpg"/><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github.com/bhagyarekha1559-wq/Weather-Data-Analysis-System" TargetMode="External"/><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761759" y="1739881"/>
            <a:ext cx="4638001" cy="1508105"/>
          </a:xfrm>
          <a:prstGeom prst="rect">
            <a:avLst/>
          </a:prstGeom>
          <a:noFill/>
        </p:spPr>
        <p:txBody>
          <a:bodyPr wrap="none">
            <a:spAutoFit/>
          </a:bodyPr>
          <a:lstStyle/>
          <a:p>
            <a:pPr algn="ctr">
              <a:defRPr sz="3400" b="1">
                <a:solidFill>
                  <a:srgbClr val="1F3756"/>
                </a:solidFill>
              </a:defRPr>
            </a:pPr>
            <a:r>
              <a:rPr dirty="0"/>
              <a:t>Data Analysis Essentials</a:t>
            </a:r>
          </a:p>
          <a:p>
            <a:pPr algn="ctr">
              <a:defRPr sz="2700" b="1">
                <a:solidFill>
                  <a:srgbClr val="4472C4"/>
                </a:solidFill>
              </a:defRPr>
            </a:pPr>
            <a:r>
              <a:rPr dirty="0"/>
              <a:t>Cornerstone Project </a:t>
            </a:r>
          </a:p>
          <a:p>
            <a:pPr algn="ctr">
              <a:defRPr sz="3100" b="1">
                <a:solidFill>
                  <a:srgbClr val="2D2D2D"/>
                </a:solidFill>
              </a:defRPr>
            </a:pPr>
            <a:r>
              <a:rPr lang="en-IN" dirty="0"/>
              <a:t>Weather Data</a:t>
            </a:r>
            <a:r>
              <a:rPr dirty="0"/>
              <a:t> Analysis</a:t>
            </a:r>
          </a:p>
        </p:txBody>
      </p:sp>
      <p:sp>
        <p:nvSpPr>
          <p:cNvPr id="4" name="Rounded Rectangle 3"/>
          <p:cNvSpPr/>
          <p:nvPr/>
        </p:nvSpPr>
        <p:spPr>
          <a:xfrm>
            <a:off x="777240" y="4206896"/>
            <a:ext cx="5212080" cy="2209945"/>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0600" y="3952427"/>
            <a:ext cx="4882896" cy="2062103"/>
          </a:xfrm>
          <a:prstGeom prst="rect">
            <a:avLst/>
          </a:prstGeom>
          <a:noFill/>
        </p:spPr>
        <p:txBody>
          <a:bodyPr wrap="square">
            <a:spAutoFit/>
          </a:bodyPr>
          <a:lstStyle/>
          <a:p>
            <a:pPr>
              <a:defRPr sz="1500" b="1">
                <a:solidFill>
                  <a:srgbClr val="1F3756"/>
                </a:solidFill>
              </a:defRPr>
            </a:pPr>
            <a:endParaRPr lang="en-IN" sz="2400" noProof="1"/>
          </a:p>
          <a:p>
            <a:pPr>
              <a:defRPr sz="1500" b="1">
                <a:solidFill>
                  <a:srgbClr val="1F3756"/>
                </a:solidFill>
              </a:defRPr>
            </a:pPr>
            <a:r>
              <a:rPr lang="en-IN" sz="2400" noProof="1"/>
              <a:t>Presented by</a:t>
            </a:r>
          </a:p>
          <a:p>
            <a:pPr>
              <a:defRPr sz="1250">
                <a:solidFill>
                  <a:srgbClr val="2D2D2D"/>
                </a:solidFill>
              </a:defRPr>
            </a:pPr>
            <a:r>
              <a:rPr lang="en-IN" sz="2000" noProof="1"/>
              <a:t>[K.Rekha – 25B11AI506]</a:t>
            </a:r>
            <a:br>
              <a:rPr lang="en-IN" sz="2000" noProof="1"/>
            </a:br>
            <a:r>
              <a:rPr lang="en-IN" sz="2000" noProof="1"/>
              <a:t>[S.Praharshitha -- 25B11AIA70]</a:t>
            </a:r>
            <a:br>
              <a:rPr lang="en-IN" sz="2000" noProof="1"/>
            </a:br>
            <a:r>
              <a:rPr lang="en-IN" sz="2000" noProof="1"/>
              <a:t>[P.Satya – 25B11AI995]</a:t>
            </a:r>
          </a:p>
          <a:p>
            <a:pPr>
              <a:defRPr sz="1250">
                <a:solidFill>
                  <a:srgbClr val="2D2D2D"/>
                </a:solidFill>
              </a:defRPr>
            </a:pPr>
            <a:r>
              <a:rPr lang="en-IN" sz="2000" noProof="1"/>
              <a:t>[S.Ruhee – 25B11AIA84]</a:t>
            </a:r>
          </a:p>
        </p:txBody>
      </p:sp>
      <p:sp>
        <p:nvSpPr>
          <p:cNvPr id="6" name="Rounded Rectangle 5"/>
          <p:cNvSpPr/>
          <p:nvPr/>
        </p:nvSpPr>
        <p:spPr>
          <a:xfrm>
            <a:off x="6653782" y="4621824"/>
            <a:ext cx="4937760" cy="1380088"/>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06184" y="4621824"/>
            <a:ext cx="4608576" cy="1077218"/>
          </a:xfrm>
          <a:prstGeom prst="rect">
            <a:avLst/>
          </a:prstGeom>
          <a:noFill/>
        </p:spPr>
        <p:txBody>
          <a:bodyPr wrap="square">
            <a:spAutoFit/>
          </a:bodyPr>
          <a:lstStyle/>
          <a:p>
            <a:pPr>
              <a:defRPr sz="1500" b="1">
                <a:solidFill>
                  <a:srgbClr val="1F3756"/>
                </a:solidFill>
              </a:defRPr>
            </a:pPr>
            <a:r>
              <a:rPr sz="2400"/>
              <a:t>Department</a:t>
            </a:r>
          </a:p>
          <a:p>
            <a:pPr>
              <a:defRPr sz="1250">
                <a:solidFill>
                  <a:srgbClr val="2D2D2D"/>
                </a:solidFill>
              </a:defRPr>
            </a:pPr>
            <a:r>
              <a:rPr sz="2000"/>
              <a:t>Department of Artificial Intelligence &amp; Machine Learning</a:t>
            </a:r>
          </a:p>
        </p:txBody>
      </p:sp>
      <p:pic>
        <p:nvPicPr>
          <p:cNvPr id="9" name="object 2">
            <a:extLst>
              <a:ext uri="{FF2B5EF4-FFF2-40B4-BE49-F238E27FC236}">
                <a16:creationId xmlns:a16="http://schemas.microsoft.com/office/drawing/2014/main" id="{4B0A9B6E-6BED-E770-BD74-9A366B3B1D82}"/>
              </a:ext>
            </a:extLst>
          </p:cNvPr>
          <p:cNvPicPr/>
          <p:nvPr/>
        </p:nvPicPr>
        <p:blipFill>
          <a:blip r:embed="rId2" cstate="print"/>
          <a:stretch>
            <a:fillRect/>
          </a:stretch>
        </p:blipFill>
        <p:spPr>
          <a:xfrm>
            <a:off x="3383280" y="270433"/>
            <a:ext cx="4610910" cy="628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AAB3D8-72C4-CC71-55F9-964238DCEE3A}"/>
              </a:ext>
            </a:extLst>
          </p:cNvPr>
          <p:cNvSpPr>
            <a:spLocks noGrp="1"/>
          </p:cNvSpPr>
          <p:nvPr>
            <p:ph type="title"/>
          </p:nvPr>
        </p:nvSpPr>
        <p:spPr>
          <a:xfrm>
            <a:off x="290749" y="1013894"/>
            <a:ext cx="2039496" cy="594359"/>
          </a:xfrm>
        </p:spPr>
        <p:txBody>
          <a:bodyPr>
            <a:noAutofit/>
          </a:bodyPr>
          <a:lstStyle/>
          <a:p>
            <a:r>
              <a:rPr lang="en-IN" sz="2800" b="1">
                <a:solidFill>
                  <a:schemeClr val="tx2">
                    <a:lumMod val="75000"/>
                  </a:schemeClr>
                </a:solidFill>
              </a:rPr>
              <a:t>ABSTRACT</a:t>
            </a:r>
          </a:p>
        </p:txBody>
      </p:sp>
      <p:sp>
        <p:nvSpPr>
          <p:cNvPr id="3" name="Content Placeholder 2">
            <a:extLst>
              <a:ext uri="{FF2B5EF4-FFF2-40B4-BE49-F238E27FC236}">
                <a16:creationId xmlns:a16="http://schemas.microsoft.com/office/drawing/2014/main" id="{89A7C0F9-D8AD-1449-780B-311870EF9105}"/>
              </a:ext>
            </a:extLst>
          </p:cNvPr>
          <p:cNvSpPr>
            <a:spLocks noGrp="1"/>
          </p:cNvSpPr>
          <p:nvPr>
            <p:ph idx="1"/>
          </p:nvPr>
        </p:nvSpPr>
        <p:spPr>
          <a:xfrm>
            <a:off x="412931" y="2064109"/>
            <a:ext cx="11365832" cy="4020628"/>
          </a:xfrm>
        </p:spPr>
        <p:txBody>
          <a:bodyPr>
            <a:noAutofit/>
          </a:bodyPr>
          <a:lstStyle/>
          <a:p>
            <a:pPr marL="0" indent="0">
              <a:buNone/>
            </a:pPr>
            <a:r>
              <a:rPr lang="en-US" sz="2000"/>
              <a:t>The Weather Data Analysis System is a comprehensive Python-based project designed to process, clean, and extract actionable insights from raw meteorological datasets. Utilizing tools like Pandas, NumPy, Matplotlib, and Google Colab, the system automates data inspection, missing-value treatment, duplicate removal, and data type formatting. It performs robust statistical analyses—including calculating minimum, maximum, and average values for temperature and humidity—alongside runtime temperature conversions between Celsius and Fahrenheit. Through clear visual tools such as line graphs, histograms, and scatter plots, the system identifies seasonal variations, long-term trends, and weather condition frequencies, transforming raw data into meaningful insights applicable to domains like agriculture, transportation, tourism, and disaster management.</a:t>
            </a:r>
            <a:endParaRPr lang="en-IN" sz="2000"/>
          </a:p>
        </p:txBody>
      </p:sp>
      <p:sp>
        <p:nvSpPr>
          <p:cNvPr id="4" name="Rectangle 3">
            <a:extLst>
              <a:ext uri="{FF2B5EF4-FFF2-40B4-BE49-F238E27FC236}">
                <a16:creationId xmlns:a16="http://schemas.microsoft.com/office/drawing/2014/main" id="{1DB3CE85-1CF0-6FA7-7E60-42C2B5DF6680}"/>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object 3">
            <a:extLst>
              <a:ext uri="{FF2B5EF4-FFF2-40B4-BE49-F238E27FC236}">
                <a16:creationId xmlns:a16="http://schemas.microsoft.com/office/drawing/2014/main" id="{C26B3538-1190-FC8E-4E0C-5998A72781C8}"/>
              </a:ext>
            </a:extLst>
          </p:cNvPr>
          <p:cNvPicPr/>
          <p:nvPr/>
        </p:nvPicPr>
        <p:blipFill>
          <a:blip r:embed="rId2" cstate="print"/>
          <a:stretch>
            <a:fillRect/>
          </a:stretch>
        </p:blipFill>
        <p:spPr>
          <a:xfrm>
            <a:off x="290749" y="204310"/>
            <a:ext cx="1488889" cy="594359"/>
          </a:xfrm>
          <a:prstGeom prst="rect">
            <a:avLst/>
          </a:prstGeom>
        </p:spPr>
      </p:pic>
    </p:spTree>
    <p:extLst>
      <p:ext uri="{BB962C8B-B14F-4D97-AF65-F5344CB8AC3E}">
        <p14:creationId xmlns:p14="http://schemas.microsoft.com/office/powerpoint/2010/main" val="1483171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6626" y="898319"/>
            <a:ext cx="5368970" cy="523220"/>
          </a:xfrm>
          <a:prstGeom prst="rect">
            <a:avLst/>
          </a:prstGeom>
          <a:noFill/>
        </p:spPr>
        <p:txBody>
          <a:bodyPr wrap="none">
            <a:spAutoFit/>
          </a:bodyPr>
          <a:lstStyle/>
          <a:p>
            <a:pPr>
              <a:defRPr sz="2600" b="1">
                <a:solidFill>
                  <a:srgbClr val="1F3756"/>
                </a:solidFill>
              </a:defRPr>
            </a:pPr>
            <a:r>
              <a:rPr sz="2800"/>
              <a:t>P</a:t>
            </a:r>
            <a:r>
              <a:rPr lang="en-IN" sz="2800"/>
              <a:t>roblem Statement and Objectives</a:t>
            </a:r>
            <a:endParaRPr sz="2800" dirty="0"/>
          </a:p>
        </p:txBody>
      </p:sp>
      <p:sp>
        <p:nvSpPr>
          <p:cNvPr id="4" name="TextBox 3"/>
          <p:cNvSpPr txBox="1"/>
          <p:nvPr/>
        </p:nvSpPr>
        <p:spPr>
          <a:xfrm>
            <a:off x="546626" y="1490412"/>
            <a:ext cx="11437424" cy="5447645"/>
          </a:xfrm>
          <a:prstGeom prst="rect">
            <a:avLst/>
          </a:prstGeom>
          <a:noFill/>
        </p:spPr>
        <p:txBody>
          <a:bodyPr wrap="square">
            <a:spAutoFit/>
          </a:bodyPr>
          <a:lstStyle/>
          <a:p>
            <a:pPr>
              <a:spcAft>
                <a:spcPts val="1000"/>
              </a:spcAft>
              <a:defRPr sz="1500">
                <a:solidFill>
                  <a:srgbClr val="2D2D2D"/>
                </a:solidFill>
              </a:defRPr>
            </a:pPr>
            <a:r>
              <a:rPr sz="2400" b="1">
                <a:solidFill>
                  <a:schemeClr val="tx2">
                    <a:lumMod val="75000"/>
                  </a:schemeClr>
                </a:solidFill>
              </a:rPr>
              <a:t>Problem</a:t>
            </a:r>
            <a:r>
              <a:rPr lang="en-IN" sz="2400" b="1">
                <a:solidFill>
                  <a:schemeClr val="tx2">
                    <a:lumMod val="75000"/>
                  </a:schemeClr>
                </a:solidFill>
              </a:rPr>
              <a:t> Statement: </a:t>
            </a:r>
          </a:p>
          <a:p>
            <a:pPr>
              <a:spcAft>
                <a:spcPts val="1000"/>
              </a:spcAft>
              <a:defRPr sz="1500">
                <a:solidFill>
                  <a:srgbClr val="2D2D2D"/>
                </a:solidFill>
              </a:defRPr>
            </a:pPr>
            <a:r>
              <a:rPr lang="en-US" sz="2000"/>
              <a:t>Weather data collected from various sources is frequently raw, inconsistent, and unstructured, which makes it challenging to clean, analyze, and extract meaningful patterns. Meteorological datasets often present significant data quality issues—such as missing records, duplicate entries, unformatted timestamps, and numerical inconsistencies—that prevent researchers and organizations from performing accurate exploratory analysis or tracking historical climate behaviors without an automated processing pipeline.</a:t>
            </a:r>
          </a:p>
          <a:p>
            <a:pPr>
              <a:spcAft>
                <a:spcPts val="1000"/>
              </a:spcAft>
              <a:defRPr sz="1500">
                <a:solidFill>
                  <a:srgbClr val="2D2D2D"/>
                </a:solidFill>
              </a:defRPr>
            </a:pPr>
            <a:endParaRPr lang="en-US" sz="2000"/>
          </a:p>
          <a:p>
            <a:pPr marL="0" marR="0" lvl="0" indent="0" algn="l" defTabSz="914400" rtl="0" eaLnBrk="0" fontAlgn="base" latinLnBrk="0" hangingPunct="0">
              <a:lnSpc>
                <a:spcPct val="100000"/>
              </a:lnSpc>
              <a:spcBef>
                <a:spcPct val="0"/>
              </a:spcBef>
              <a:spcAft>
                <a:spcPct val="0"/>
              </a:spcAft>
              <a:buClrTx/>
              <a:buSzTx/>
              <a:tabLst/>
            </a:pPr>
            <a:r>
              <a:rPr sz="2400" b="1">
                <a:solidFill>
                  <a:schemeClr val="tx2">
                    <a:lumMod val="75000"/>
                  </a:schemeClr>
                </a:solidFill>
              </a:rPr>
              <a:t>Objective:</a:t>
            </a:r>
            <a:r>
              <a:rPr lang="en-IN" sz="2400" b="1">
                <a:solidFill>
                  <a:schemeClr val="tx2">
                    <a:lumMod val="75000"/>
                  </a:schemeClr>
                </a:solidFill>
              </a:rPr>
              <a:t> </a:t>
            </a:r>
            <a:endParaRPr kumimoji="0" lang="en-US" altLang="en-US" sz="20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Develop and execute Python modules to process and clean raw weather datasets.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Handle missing values, remove duplicate records, and format data types accurately.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Compute minimum, maximum, and average values for temperature and humidity.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Implement runtime temperature conversion features between Celsius and Fahrenheit.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Generate line graphs, histograms, and scatter plots to visualize weather trends and distributions.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a:ln>
                  <a:noFill/>
                </a:ln>
                <a:solidFill>
                  <a:schemeClr val="tx1"/>
                </a:solidFill>
                <a:effectLst/>
              </a:rPr>
              <a:t>Transform raw data into actionable insights to support domains like agriculture, transportation, and tourism.</a:t>
            </a:r>
            <a:endParaRPr lang="en-IN" sz="2000"/>
          </a:p>
          <a:p>
            <a:pPr>
              <a:spcAft>
                <a:spcPts val="1000"/>
              </a:spcAft>
              <a:defRPr sz="1500">
                <a:solidFill>
                  <a:srgbClr val="2D2D2D"/>
                </a:solidFill>
              </a:defRPr>
            </a:pPr>
            <a:endParaRPr dirty="0"/>
          </a:p>
        </p:txBody>
      </p:sp>
      <p:pic>
        <p:nvPicPr>
          <p:cNvPr id="12" name="object 3">
            <a:extLst>
              <a:ext uri="{FF2B5EF4-FFF2-40B4-BE49-F238E27FC236}">
                <a16:creationId xmlns:a16="http://schemas.microsoft.com/office/drawing/2014/main" id="{58E52A97-EAE7-90F5-C23B-D7ED7B7B5638}"/>
              </a:ext>
            </a:extLst>
          </p:cNvPr>
          <p:cNvPicPr/>
          <p:nvPr/>
        </p:nvPicPr>
        <p:blipFill>
          <a:blip r:embed="rId2" cstate="print"/>
          <a:stretch>
            <a:fillRect/>
          </a:stretch>
        </p:blipFill>
        <p:spPr>
          <a:xfrm>
            <a:off x="290749" y="204310"/>
            <a:ext cx="1488889" cy="59435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B3E37-125A-E443-B203-B091222647C0}"/>
              </a:ext>
            </a:extLst>
          </p:cNvPr>
          <p:cNvSpPr>
            <a:spLocks noGrp="1"/>
          </p:cNvSpPr>
          <p:nvPr>
            <p:ph type="title"/>
          </p:nvPr>
        </p:nvSpPr>
        <p:spPr>
          <a:xfrm>
            <a:off x="83185" y="798669"/>
            <a:ext cx="3392905" cy="800183"/>
          </a:xfrm>
        </p:spPr>
        <p:txBody>
          <a:bodyPr>
            <a:normAutofit/>
          </a:bodyPr>
          <a:lstStyle/>
          <a:p>
            <a:r>
              <a:rPr lang="en-IN" sz="3200" b="1">
                <a:solidFill>
                  <a:schemeClr val="tx2">
                    <a:lumMod val="75000"/>
                  </a:schemeClr>
                </a:solidFill>
              </a:rPr>
              <a:t>Project Proposal </a:t>
            </a:r>
          </a:p>
        </p:txBody>
      </p:sp>
      <p:sp>
        <p:nvSpPr>
          <p:cNvPr id="3" name="Rectangle 2">
            <a:extLst>
              <a:ext uri="{FF2B5EF4-FFF2-40B4-BE49-F238E27FC236}">
                <a16:creationId xmlns:a16="http://schemas.microsoft.com/office/drawing/2014/main" id="{A3FB0BCC-8866-2D9F-8406-848A723826A5}"/>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object 3">
            <a:extLst>
              <a:ext uri="{FF2B5EF4-FFF2-40B4-BE49-F238E27FC236}">
                <a16:creationId xmlns:a16="http://schemas.microsoft.com/office/drawing/2014/main" id="{77CB7450-BE1D-7DD4-F697-0BDE005DC124}"/>
              </a:ext>
            </a:extLst>
          </p:cNvPr>
          <p:cNvPicPr/>
          <p:nvPr/>
        </p:nvPicPr>
        <p:blipFill>
          <a:blip r:embed="rId2" cstate="print"/>
          <a:stretch>
            <a:fillRect/>
          </a:stretch>
        </p:blipFill>
        <p:spPr>
          <a:xfrm>
            <a:off x="290749" y="204310"/>
            <a:ext cx="1488889" cy="594359"/>
          </a:xfrm>
          <a:prstGeom prst="rect">
            <a:avLst/>
          </a:prstGeom>
        </p:spPr>
      </p:pic>
      <p:sp>
        <p:nvSpPr>
          <p:cNvPr id="5" name="Rounded Rectangle 8">
            <a:extLst>
              <a:ext uri="{FF2B5EF4-FFF2-40B4-BE49-F238E27FC236}">
                <a16:creationId xmlns:a16="http://schemas.microsoft.com/office/drawing/2014/main" id="{510A279F-F036-5977-A3E3-8D8780B70D8B}"/>
              </a:ext>
            </a:extLst>
          </p:cNvPr>
          <p:cNvSpPr/>
          <p:nvPr/>
        </p:nvSpPr>
        <p:spPr>
          <a:xfrm>
            <a:off x="435128" y="2091662"/>
            <a:ext cx="10280117" cy="94189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500" b="1">
                <a:solidFill>
                  <a:srgbClr val="1F3756"/>
                </a:solidFill>
              </a:defRPr>
            </a:pPr>
            <a:r>
              <a:rPr lang="en-IN" sz="2400"/>
              <a:t>Domain</a:t>
            </a:r>
          </a:p>
          <a:p>
            <a:pPr>
              <a:defRPr sz="1250">
                <a:solidFill>
                  <a:srgbClr val="2D2D2D"/>
                </a:solidFill>
              </a:defRPr>
            </a:pPr>
            <a:r>
              <a:rPr lang="en-IN" sz="1800"/>
              <a:t>Data Analysis &amp; Weather Analysis </a:t>
            </a:r>
          </a:p>
          <a:p>
            <a:pPr algn="ctr"/>
            <a:endParaRPr/>
          </a:p>
        </p:txBody>
      </p:sp>
      <p:sp>
        <p:nvSpPr>
          <p:cNvPr id="6" name="Rounded Rectangle 8">
            <a:extLst>
              <a:ext uri="{FF2B5EF4-FFF2-40B4-BE49-F238E27FC236}">
                <a16:creationId xmlns:a16="http://schemas.microsoft.com/office/drawing/2014/main" id="{24A7FDAA-E4C1-E4C8-498C-930992E7BFA0}"/>
              </a:ext>
            </a:extLst>
          </p:cNvPr>
          <p:cNvSpPr/>
          <p:nvPr/>
        </p:nvSpPr>
        <p:spPr>
          <a:xfrm>
            <a:off x="435127" y="3526370"/>
            <a:ext cx="10280117" cy="1055797"/>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500" b="1">
                <a:solidFill>
                  <a:srgbClr val="1F3756"/>
                </a:solidFill>
              </a:defRPr>
            </a:pPr>
            <a:r>
              <a:rPr lang="en-IN" sz="2400"/>
              <a:t>Dataset Used</a:t>
            </a:r>
          </a:p>
          <a:p>
            <a:pPr>
              <a:defRPr sz="1250">
                <a:solidFill>
                  <a:srgbClr val="2D2D2D"/>
                </a:solidFill>
              </a:defRPr>
            </a:pPr>
            <a:r>
              <a:rPr lang="en-IN" sz="2000"/>
              <a:t>climate_code.csv containing date, temperature, humidity, and weather condition records</a:t>
            </a:r>
          </a:p>
        </p:txBody>
      </p:sp>
      <p:sp>
        <p:nvSpPr>
          <p:cNvPr id="7" name="Rounded Rectangle 8">
            <a:extLst>
              <a:ext uri="{FF2B5EF4-FFF2-40B4-BE49-F238E27FC236}">
                <a16:creationId xmlns:a16="http://schemas.microsoft.com/office/drawing/2014/main" id="{34644DA7-A3DF-9F89-DA3C-3342578D527D}"/>
              </a:ext>
            </a:extLst>
          </p:cNvPr>
          <p:cNvSpPr/>
          <p:nvPr/>
        </p:nvSpPr>
        <p:spPr>
          <a:xfrm>
            <a:off x="435128" y="5074978"/>
            <a:ext cx="10280117" cy="1171072"/>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500" b="1">
                <a:solidFill>
                  <a:srgbClr val="1F3756"/>
                </a:solidFill>
              </a:defRPr>
            </a:pPr>
            <a:r>
              <a:rPr lang="en-IN" sz="2400"/>
              <a:t>Tools</a:t>
            </a:r>
          </a:p>
          <a:p>
            <a:pPr>
              <a:defRPr sz="1250">
                <a:solidFill>
                  <a:srgbClr val="2D2D2D"/>
                </a:solidFill>
              </a:defRPr>
            </a:pPr>
            <a:r>
              <a:rPr lang="en-IN" sz="2000"/>
              <a:t>Python , Pandas , NumPy , Matplotlib ,CSV Dataset , Google Colab </a:t>
            </a:r>
          </a:p>
        </p:txBody>
      </p:sp>
    </p:spTree>
    <p:extLst>
      <p:ext uri="{BB962C8B-B14F-4D97-AF65-F5344CB8AC3E}">
        <p14:creationId xmlns:p14="http://schemas.microsoft.com/office/powerpoint/2010/main" val="32925421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0750" y="810971"/>
            <a:ext cx="10972800" cy="594360"/>
          </a:xfrm>
          <a:prstGeom prst="rect">
            <a:avLst/>
          </a:prstGeom>
          <a:noFill/>
        </p:spPr>
        <p:txBody>
          <a:bodyPr wrap="none">
            <a:spAutoFit/>
          </a:bodyPr>
          <a:lstStyle/>
          <a:p>
            <a:pPr>
              <a:defRPr sz="2600" b="1">
                <a:solidFill>
                  <a:srgbClr val="1F3756"/>
                </a:solidFill>
              </a:defRPr>
            </a:pPr>
            <a:r>
              <a:rPr dirty="0"/>
              <a:t>COMPLETED PROJECT WORKFLOW</a:t>
            </a:r>
          </a:p>
        </p:txBody>
      </p:sp>
      <p:sp>
        <p:nvSpPr>
          <p:cNvPr id="18" name="Rounded Rectangle 17"/>
          <p:cNvSpPr/>
          <p:nvPr/>
        </p:nvSpPr>
        <p:spPr>
          <a:xfrm>
            <a:off x="9421368" y="1401562"/>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dirty="0"/>
              <a:t>weather insights</a:t>
            </a:r>
            <a:endParaRPr dirty="0"/>
          </a:p>
        </p:txBody>
      </p:sp>
      <p:grpSp>
        <p:nvGrpSpPr>
          <p:cNvPr id="31" name="Group 30">
            <a:extLst>
              <a:ext uri="{FF2B5EF4-FFF2-40B4-BE49-F238E27FC236}">
                <a16:creationId xmlns:a16="http://schemas.microsoft.com/office/drawing/2014/main" id="{40C21E27-CC24-4975-39BA-9C51645F5179}"/>
              </a:ext>
            </a:extLst>
          </p:cNvPr>
          <p:cNvGrpSpPr/>
          <p:nvPr/>
        </p:nvGrpSpPr>
        <p:grpSpPr>
          <a:xfrm>
            <a:off x="323088" y="1406133"/>
            <a:ext cx="11594592" cy="1009675"/>
            <a:chOff x="411480" y="1965959"/>
            <a:chExt cx="11594592" cy="1009675"/>
          </a:xfrm>
        </p:grpSpPr>
        <p:grpSp>
          <p:nvGrpSpPr>
            <p:cNvPr id="30" name="Group 29">
              <a:extLst>
                <a:ext uri="{FF2B5EF4-FFF2-40B4-BE49-F238E27FC236}">
                  <a16:creationId xmlns:a16="http://schemas.microsoft.com/office/drawing/2014/main" id="{AE26934E-7C78-0888-0D0D-288E00D18ADA}"/>
                </a:ext>
              </a:extLst>
            </p:cNvPr>
            <p:cNvGrpSpPr/>
            <p:nvPr/>
          </p:nvGrpSpPr>
          <p:grpSpPr>
            <a:xfrm>
              <a:off x="411480" y="1965959"/>
              <a:ext cx="10369296" cy="1009675"/>
              <a:chOff x="411480" y="1965959"/>
              <a:chExt cx="10369296" cy="1009675"/>
            </a:xfrm>
          </p:grpSpPr>
          <p:sp>
            <p:nvSpPr>
              <p:cNvPr id="4" name="Rounded Rectangle 3"/>
              <p:cNvSpPr/>
              <p:nvPr/>
            </p:nvSpPr>
            <p:spPr>
              <a:xfrm>
                <a:off x="411480" y="1965959"/>
                <a:ext cx="1197864" cy="1009675"/>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dirty="0"/>
                  <a:t>Raw </a:t>
                </a:r>
                <a:r>
                  <a:rPr lang="en-IN" dirty="0"/>
                  <a:t> Weather </a:t>
                </a:r>
                <a:r>
                  <a:rPr dirty="0"/>
                  <a:t>Dataset</a:t>
                </a:r>
              </a:p>
            </p:txBody>
          </p:sp>
          <p:sp>
            <p:nvSpPr>
              <p:cNvPr id="5" name="Chevron 4"/>
              <p:cNvSpPr/>
              <p:nvPr/>
            </p:nvSpPr>
            <p:spPr>
              <a:xfrm>
                <a:off x="1627632"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1709928"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t>Data Inspection</a:t>
                </a:r>
              </a:p>
            </p:txBody>
          </p:sp>
          <p:sp>
            <p:nvSpPr>
              <p:cNvPr id="7" name="Chevron 6"/>
              <p:cNvSpPr/>
              <p:nvPr/>
            </p:nvSpPr>
            <p:spPr>
              <a:xfrm>
                <a:off x="2926080"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08376"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dirty="0"/>
                  <a:t>Data </a:t>
                </a:r>
                <a:r>
                  <a:rPr dirty="0"/>
                  <a:t>Cleaning</a:t>
                </a:r>
              </a:p>
            </p:txBody>
          </p:sp>
          <p:sp>
            <p:nvSpPr>
              <p:cNvPr id="9" name="Chevron 8"/>
              <p:cNvSpPr/>
              <p:nvPr/>
            </p:nvSpPr>
            <p:spPr>
              <a:xfrm>
                <a:off x="4224528"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06824"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t>Preprocessing</a:t>
                </a:r>
              </a:p>
            </p:txBody>
          </p:sp>
          <p:sp>
            <p:nvSpPr>
              <p:cNvPr id="11" name="Chevron 10"/>
              <p:cNvSpPr/>
              <p:nvPr/>
            </p:nvSpPr>
            <p:spPr>
              <a:xfrm>
                <a:off x="5522976"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605272"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noProof="1"/>
                  <a:t>Statistical Analysis</a:t>
                </a:r>
              </a:p>
            </p:txBody>
          </p:sp>
          <p:sp>
            <p:nvSpPr>
              <p:cNvPr id="13" name="Chevron 12"/>
              <p:cNvSpPr/>
              <p:nvPr/>
            </p:nvSpPr>
            <p:spPr>
              <a:xfrm>
                <a:off x="6821424"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903720"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dirty="0"/>
                  <a:t>Visualization</a:t>
                </a:r>
                <a:endParaRPr dirty="0"/>
              </a:p>
            </p:txBody>
          </p:sp>
          <p:sp>
            <p:nvSpPr>
              <p:cNvPr id="15" name="Chevron 14"/>
              <p:cNvSpPr/>
              <p:nvPr/>
            </p:nvSpPr>
            <p:spPr>
              <a:xfrm>
                <a:off x="8119872"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8202168"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dirty="0"/>
                  <a:t>Temperature conversion</a:t>
                </a:r>
                <a:endParaRPr dirty="0"/>
              </a:p>
            </p:txBody>
          </p:sp>
          <p:sp>
            <p:nvSpPr>
              <p:cNvPr id="17" name="Chevron 16"/>
              <p:cNvSpPr/>
              <p:nvPr/>
            </p:nvSpPr>
            <p:spPr>
              <a:xfrm>
                <a:off x="9418320"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Chevron 18"/>
              <p:cNvSpPr/>
              <p:nvPr/>
            </p:nvSpPr>
            <p:spPr>
              <a:xfrm>
                <a:off x="10716768" y="2258568"/>
                <a:ext cx="64008" cy="365760"/>
              </a:xfrm>
              <a:prstGeom prst="chevron">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sp>
          <p:nvSpPr>
            <p:cNvPr id="20" name="Rounded Rectangle 19"/>
            <p:cNvSpPr/>
            <p:nvPr/>
          </p:nvSpPr>
          <p:spPr>
            <a:xfrm>
              <a:off x="10799064" y="1965960"/>
              <a:ext cx="1207008" cy="960120"/>
            </a:xfrm>
            <a:prstGeom prst="roundRect">
              <a:avLst/>
            </a:prstGeom>
            <a:solidFill>
              <a:srgbClr val="F2F5F9"/>
            </a:solidFill>
            <a:ln>
              <a:solidFill>
                <a:srgbClr val="4472C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F3756"/>
                  </a:solidFill>
                </a:defRPr>
              </a:pPr>
              <a:r>
                <a:rPr lang="en-IN" dirty="0"/>
                <a:t>Results</a:t>
              </a:r>
              <a:r>
                <a:rPr dirty="0"/>
                <a:t> / Report</a:t>
              </a:r>
            </a:p>
          </p:txBody>
        </p:sp>
      </p:grpSp>
      <p:pic>
        <p:nvPicPr>
          <p:cNvPr id="23" name="object 3">
            <a:extLst>
              <a:ext uri="{FF2B5EF4-FFF2-40B4-BE49-F238E27FC236}">
                <a16:creationId xmlns:a16="http://schemas.microsoft.com/office/drawing/2014/main" id="{EA39A1F5-0C08-F3D7-C5D4-DBFF75188F50}"/>
              </a:ext>
            </a:extLst>
          </p:cNvPr>
          <p:cNvPicPr/>
          <p:nvPr/>
        </p:nvPicPr>
        <p:blipFill>
          <a:blip r:embed="rId2" cstate="print"/>
          <a:stretch>
            <a:fillRect/>
          </a:stretch>
        </p:blipFill>
        <p:spPr>
          <a:xfrm>
            <a:off x="290750" y="204310"/>
            <a:ext cx="1361070" cy="499189"/>
          </a:xfrm>
          <a:prstGeom prst="rect">
            <a:avLst/>
          </a:prstGeom>
        </p:spPr>
      </p:pic>
      <p:sp>
        <p:nvSpPr>
          <p:cNvPr id="22" name="TextBox 21">
            <a:extLst>
              <a:ext uri="{FF2B5EF4-FFF2-40B4-BE49-F238E27FC236}">
                <a16:creationId xmlns:a16="http://schemas.microsoft.com/office/drawing/2014/main" id="{CAA3D569-3B02-FE96-AF06-33F4B9491344}"/>
              </a:ext>
            </a:extLst>
          </p:cNvPr>
          <p:cNvSpPr txBox="1"/>
          <p:nvPr/>
        </p:nvSpPr>
        <p:spPr>
          <a:xfrm>
            <a:off x="412763" y="2461061"/>
            <a:ext cx="11506200" cy="4278094"/>
          </a:xfrm>
          <a:prstGeom prst="rect">
            <a:avLst/>
          </a:prstGeom>
          <a:noFill/>
        </p:spPr>
        <p:txBody>
          <a:bodyPr wrap="square" rtlCol="0">
            <a:spAutoFit/>
          </a:bodyPr>
          <a:lstStyle/>
          <a:p>
            <a:r>
              <a:rPr lang="en-IN" sz="1600" b="1" dirty="0"/>
              <a:t>Raw Weather Dataset   </a:t>
            </a:r>
            <a:r>
              <a:rPr lang="en-IN" sz="1600" dirty="0"/>
              <a:t>---&gt; We load climate_code.csv file containing date , temperature , humidity , weather data </a:t>
            </a:r>
          </a:p>
          <a:p>
            <a:r>
              <a:rPr lang="en-IN" sz="1600" b="1" dirty="0"/>
              <a:t>               |</a:t>
            </a:r>
          </a:p>
          <a:p>
            <a:r>
              <a:rPr lang="en-IN" sz="1600" b="1" dirty="0"/>
              <a:t>   Data Inspection   </a:t>
            </a:r>
            <a:r>
              <a:rPr lang="en-IN" sz="1600" dirty="0"/>
              <a:t>---&gt;  We check the records, columns, data types , and missing values to understand the dataset</a:t>
            </a:r>
          </a:p>
          <a:p>
            <a:r>
              <a:rPr lang="en-IN" sz="1600" b="1" dirty="0"/>
              <a:t>               |</a:t>
            </a:r>
          </a:p>
          <a:p>
            <a:r>
              <a:rPr lang="en-IN" sz="1600" b="1" dirty="0"/>
              <a:t>    Data Cleaning   </a:t>
            </a:r>
            <a:r>
              <a:rPr lang="en-IN" sz="1600" dirty="0"/>
              <a:t>---&gt;  We convert the data into proper formats and remove missing and duplicate records</a:t>
            </a:r>
          </a:p>
          <a:p>
            <a:r>
              <a:rPr lang="en-IN" sz="1600" b="1" dirty="0"/>
              <a:t>               |</a:t>
            </a:r>
          </a:p>
          <a:p>
            <a:r>
              <a:rPr lang="en-IN" sz="1600" b="1" dirty="0"/>
              <a:t>    Preprocessing   </a:t>
            </a:r>
            <a:r>
              <a:rPr lang="en-IN" sz="1600" dirty="0"/>
              <a:t>---&gt;  The cleaned data is prepared in the required format for analysis and visualization</a:t>
            </a:r>
          </a:p>
          <a:p>
            <a:r>
              <a:rPr lang="en-IN" sz="1600" b="1" dirty="0"/>
              <a:t>               |</a:t>
            </a:r>
          </a:p>
          <a:p>
            <a:r>
              <a:rPr lang="en-IN" sz="1600" b="1" dirty="0"/>
              <a:t>Statistical Analysis   </a:t>
            </a:r>
            <a:r>
              <a:rPr lang="en-IN" sz="1600" dirty="0"/>
              <a:t>---&gt;  We calculate minimum, maximum , and average values and find the most common weather condition</a:t>
            </a:r>
          </a:p>
          <a:p>
            <a:r>
              <a:rPr lang="en-IN" sz="1600" b="1" dirty="0"/>
              <a:t>               |</a:t>
            </a:r>
          </a:p>
          <a:p>
            <a:r>
              <a:rPr lang="en-IN" sz="1600" b="1" dirty="0"/>
              <a:t>    Visualization   </a:t>
            </a:r>
            <a:r>
              <a:rPr lang="en-IN" sz="1600" dirty="0"/>
              <a:t>---&gt;  We create graphs to show temperature , humidity, weather frequency, and their relationships</a:t>
            </a:r>
          </a:p>
          <a:p>
            <a:r>
              <a:rPr lang="en-IN" sz="1600" b="1" dirty="0"/>
              <a:t>               |</a:t>
            </a:r>
          </a:p>
          <a:p>
            <a:r>
              <a:rPr lang="en-IN" sz="1600" b="1" dirty="0"/>
              <a:t>Temperature Conversion   </a:t>
            </a:r>
            <a:r>
              <a:rPr lang="en-IN" sz="1600" dirty="0"/>
              <a:t>---&gt;  We convert temperatures between Celsius and Fahrenheit and add Fahrenheit values to the dataset</a:t>
            </a:r>
          </a:p>
          <a:p>
            <a:r>
              <a:rPr lang="en-IN" sz="1600" b="1" dirty="0"/>
              <a:t>               |</a:t>
            </a:r>
          </a:p>
          <a:p>
            <a:r>
              <a:rPr lang="en-IN" sz="1600" b="1" dirty="0"/>
              <a:t>Weather Insights   </a:t>
            </a:r>
            <a:r>
              <a:rPr lang="en-IN" sz="1600" dirty="0"/>
              <a:t>---&gt;  We identify weather patterns, common conditions, and temperature trends from the data</a:t>
            </a:r>
          </a:p>
          <a:p>
            <a:r>
              <a:rPr lang="en-IN" sz="1600" b="1" dirty="0"/>
              <a:t>               |</a:t>
            </a:r>
          </a:p>
          <a:p>
            <a:r>
              <a:rPr lang="en-IN" sz="1600" b="1" dirty="0"/>
              <a:t>Results / Report    </a:t>
            </a:r>
            <a:r>
              <a:rPr lang="en-IN" sz="1600" dirty="0"/>
              <a:t>---&gt;   Finally, we present the statistics, graphs, and important findings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0749" y="1053335"/>
            <a:ext cx="7802713" cy="523220"/>
          </a:xfrm>
          <a:prstGeom prst="rect">
            <a:avLst/>
          </a:prstGeom>
          <a:noFill/>
        </p:spPr>
        <p:txBody>
          <a:bodyPr wrap="none">
            <a:spAutoFit/>
          </a:bodyPr>
          <a:lstStyle/>
          <a:p>
            <a:pPr>
              <a:defRPr sz="2600" b="1">
                <a:solidFill>
                  <a:srgbClr val="1F3756"/>
                </a:solidFill>
              </a:defRPr>
            </a:pPr>
            <a:r>
              <a:rPr lang="en-US" sz="2800" noProof="0"/>
              <a:t>DATASET SNAPSHOT — BEFORE &amp; AFTER CLEANING</a:t>
            </a:r>
          </a:p>
        </p:txBody>
      </p:sp>
      <p:graphicFrame>
        <p:nvGraphicFramePr>
          <p:cNvPr id="4" name="Table 3"/>
          <p:cNvGraphicFramePr>
            <a:graphicFrameLocks noGrp="1"/>
          </p:cNvGraphicFramePr>
          <p:nvPr>
            <p:extLst>
              <p:ext uri="{D42A27DB-BD31-4B8C-83A1-F6EECF244321}">
                <p14:modId xmlns:p14="http://schemas.microsoft.com/office/powerpoint/2010/main" val="747841499"/>
              </p:ext>
            </p:extLst>
          </p:nvPr>
        </p:nvGraphicFramePr>
        <p:xfrm>
          <a:off x="403122" y="2478247"/>
          <a:ext cx="10193465" cy="3535106"/>
        </p:xfrm>
        <a:graphic>
          <a:graphicData uri="http://schemas.openxmlformats.org/drawingml/2006/table">
            <a:tbl>
              <a:tblPr firstRow="1" bandRow="1">
                <a:tableStyleId>{5C22544A-7EE6-4342-B048-85BDC9FD1C3A}</a:tableStyleId>
              </a:tblPr>
              <a:tblGrid>
                <a:gridCol w="3567712">
                  <a:extLst>
                    <a:ext uri="{9D8B030D-6E8A-4147-A177-3AD203B41FA5}">
                      <a16:colId xmlns:a16="http://schemas.microsoft.com/office/drawing/2014/main" val="20000"/>
                    </a:ext>
                  </a:extLst>
                </a:gridCol>
                <a:gridCol w="3227931">
                  <a:extLst>
                    <a:ext uri="{9D8B030D-6E8A-4147-A177-3AD203B41FA5}">
                      <a16:colId xmlns:a16="http://schemas.microsoft.com/office/drawing/2014/main" val="20001"/>
                    </a:ext>
                  </a:extLst>
                </a:gridCol>
                <a:gridCol w="3397822">
                  <a:extLst>
                    <a:ext uri="{9D8B030D-6E8A-4147-A177-3AD203B41FA5}">
                      <a16:colId xmlns:a16="http://schemas.microsoft.com/office/drawing/2014/main" val="20002"/>
                    </a:ext>
                  </a:extLst>
                </a:gridCol>
              </a:tblGrid>
              <a:tr h="559040">
                <a:tc>
                  <a:txBody>
                    <a:bodyPr/>
                    <a:lstStyle/>
                    <a:p>
                      <a:pPr>
                        <a:defRPr sz="1300" b="1">
                          <a:solidFill>
                            <a:srgbClr val="FFFFFF"/>
                          </a:solidFill>
                        </a:defRPr>
                      </a:pPr>
                      <a:r>
                        <a:rPr sz="1800"/>
                        <a:t>Check</a:t>
                      </a:r>
                    </a:p>
                  </a:txBody>
                  <a:tcPr>
                    <a:solidFill>
                      <a:srgbClr val="1F3756"/>
                    </a:solidFill>
                  </a:tcPr>
                </a:tc>
                <a:tc>
                  <a:txBody>
                    <a:bodyPr/>
                    <a:lstStyle/>
                    <a:p>
                      <a:pPr>
                        <a:defRPr sz="1300" b="1">
                          <a:solidFill>
                            <a:srgbClr val="FFFFFF"/>
                          </a:solidFill>
                        </a:defRPr>
                      </a:pPr>
                      <a:r>
                        <a:rPr sz="1800"/>
                        <a:t>Before</a:t>
                      </a:r>
                    </a:p>
                  </a:txBody>
                  <a:tcPr>
                    <a:solidFill>
                      <a:srgbClr val="1F3756"/>
                    </a:solidFill>
                  </a:tcPr>
                </a:tc>
                <a:tc>
                  <a:txBody>
                    <a:bodyPr/>
                    <a:lstStyle/>
                    <a:p>
                      <a:pPr>
                        <a:defRPr sz="1300" b="1">
                          <a:solidFill>
                            <a:srgbClr val="FFFFFF"/>
                          </a:solidFill>
                        </a:defRPr>
                      </a:pPr>
                      <a:r>
                        <a:rPr sz="1800"/>
                        <a:t>After</a:t>
                      </a:r>
                    </a:p>
                  </a:txBody>
                  <a:tcPr>
                    <a:solidFill>
                      <a:srgbClr val="1F3756"/>
                    </a:solidFill>
                  </a:tcPr>
                </a:tc>
                <a:extLst>
                  <a:ext uri="{0D108BD9-81ED-4DB2-BD59-A6C34878D82A}">
                    <a16:rowId xmlns:a16="http://schemas.microsoft.com/office/drawing/2014/main" val="10000"/>
                  </a:ext>
                </a:extLst>
              </a:tr>
              <a:tr h="559040">
                <a:tc>
                  <a:txBody>
                    <a:bodyPr/>
                    <a:lstStyle/>
                    <a:p>
                      <a:pPr>
                        <a:defRPr sz="1300">
                          <a:solidFill>
                            <a:srgbClr val="2D2D2D"/>
                          </a:solidFill>
                        </a:defRPr>
                      </a:pPr>
                      <a:r>
                        <a:rPr sz="1400"/>
                        <a:t>Rows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D2D2D"/>
                          </a:solidFill>
                        </a:defRPr>
                      </a:pPr>
                      <a:r>
                        <a:rPr lang="en-IN" sz="1400"/>
                        <a:t>Original records</a:t>
                      </a:r>
                    </a:p>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D2D2D"/>
                          </a:solidFill>
                        </a:defRPr>
                      </a:pPr>
                      <a:r>
                        <a:rPr lang="en-IN" sz="1400"/>
                        <a:t>(16999 rows)</a:t>
                      </a:r>
                      <a:endParaRPr lang="en-IN"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D2D2D"/>
                          </a:solidFill>
                        </a:defRPr>
                      </a:pPr>
                      <a:r>
                        <a:rPr lang="en-IN" sz="1400" dirty="0"/>
                        <a:t>Cleaned records</a:t>
                      </a:r>
                    </a:p>
                    <a:p>
                      <a:pPr>
                        <a:defRPr sz="1300">
                          <a:solidFill>
                            <a:srgbClr val="2D2D2D"/>
                          </a:solidFill>
                        </a:defRPr>
                      </a:pPr>
                      <a:endParaRPr dirty="0"/>
                    </a:p>
                  </a:txBody>
                  <a:tcPr/>
                </a:tc>
                <a:extLst>
                  <a:ext uri="{0D108BD9-81ED-4DB2-BD59-A6C34878D82A}">
                    <a16:rowId xmlns:a16="http://schemas.microsoft.com/office/drawing/2014/main" val="10001"/>
                  </a:ext>
                </a:extLst>
              </a:tr>
              <a:tr h="739906">
                <a:tc>
                  <a:txBody>
                    <a:bodyPr/>
                    <a:lstStyle/>
                    <a:p>
                      <a:pPr>
                        <a:defRPr sz="1300">
                          <a:solidFill>
                            <a:srgbClr val="2D2D2D"/>
                          </a:solidFill>
                        </a:defRPr>
                      </a:pPr>
                      <a:r>
                        <a:rPr sz="1400"/>
                        <a:t>Columns</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D2D2D"/>
                          </a:solidFill>
                        </a:defRPr>
                      </a:pPr>
                      <a:r>
                        <a:rPr lang="en-IN" sz="1400" dirty="0"/>
                        <a:t>Date, Temperature, Humidity</a:t>
                      </a:r>
                      <a:r>
                        <a:rPr lang="en-IN" sz="1400"/>
                        <a:t>, Weather</a:t>
                      </a:r>
                    </a:p>
                    <a:p>
                      <a:pPr marL="0" marR="0" lvl="0" indent="0" algn="l" defTabSz="457200" rtl="0" eaLnBrk="1" fontAlgn="auto" latinLnBrk="0" hangingPunct="1">
                        <a:lnSpc>
                          <a:spcPct val="100000"/>
                        </a:lnSpc>
                        <a:spcBef>
                          <a:spcPts val="0"/>
                        </a:spcBef>
                        <a:spcAft>
                          <a:spcPts val="0"/>
                        </a:spcAft>
                        <a:buClrTx/>
                        <a:buSzTx/>
                        <a:buFontTx/>
                        <a:buNone/>
                        <a:tabLst/>
                        <a:defRPr sz="1300">
                          <a:solidFill>
                            <a:srgbClr val="2D2D2D"/>
                          </a:solidFill>
                        </a:defRPr>
                      </a:pPr>
                      <a:r>
                        <a:rPr lang="en-IN" sz="1400"/>
                        <a:t>(4 columns)</a:t>
                      </a:r>
                      <a:endParaRPr lang="en-IN" sz="1400" dirty="0"/>
                    </a:p>
                  </a:txBody>
                  <a:tcPr/>
                </a:tc>
                <a:tc>
                  <a:txBody>
                    <a:bodyPr/>
                    <a:lstStyle/>
                    <a:p>
                      <a:pPr>
                        <a:defRPr sz="1300">
                          <a:solidFill>
                            <a:srgbClr val="2D2D2D"/>
                          </a:solidFill>
                        </a:defRPr>
                      </a:pPr>
                      <a:r>
                        <a:rPr lang="en-IN" sz="1400" dirty="0"/>
                        <a:t>Same</a:t>
                      </a:r>
                      <a:endParaRPr sz="1400" dirty="0"/>
                    </a:p>
                  </a:txBody>
                  <a:tcPr/>
                </a:tc>
                <a:extLst>
                  <a:ext uri="{0D108BD9-81ED-4DB2-BD59-A6C34878D82A}">
                    <a16:rowId xmlns:a16="http://schemas.microsoft.com/office/drawing/2014/main" val="10002"/>
                  </a:ext>
                </a:extLst>
              </a:tr>
              <a:tr h="559040">
                <a:tc>
                  <a:txBody>
                    <a:bodyPr/>
                    <a:lstStyle/>
                    <a:p>
                      <a:pPr>
                        <a:defRPr sz="1300">
                          <a:solidFill>
                            <a:srgbClr val="2D2D2D"/>
                          </a:solidFill>
                        </a:defRPr>
                      </a:pPr>
                      <a:r>
                        <a:rPr sz="1400"/>
                        <a:t>Missing values</a:t>
                      </a:r>
                    </a:p>
                  </a:txBody>
                  <a:tcPr/>
                </a:tc>
                <a:tc>
                  <a:txBody>
                    <a:bodyPr/>
                    <a:lstStyle/>
                    <a:p>
                      <a:pPr>
                        <a:defRPr sz="1300">
                          <a:solidFill>
                            <a:srgbClr val="2D2D2D"/>
                          </a:solidFill>
                        </a:defRPr>
                      </a:pPr>
                      <a:r>
                        <a:rPr lang="en-IN" sz="1400" dirty="0"/>
                        <a:t>Present</a:t>
                      </a:r>
                      <a:endParaRPr sz="1400" dirty="0"/>
                    </a:p>
                  </a:txBody>
                  <a:tcPr/>
                </a:tc>
                <a:tc>
                  <a:txBody>
                    <a:bodyPr/>
                    <a:lstStyle/>
                    <a:p>
                      <a:pPr>
                        <a:defRPr sz="1300">
                          <a:solidFill>
                            <a:srgbClr val="2D2D2D"/>
                          </a:solidFill>
                        </a:defRPr>
                      </a:pPr>
                      <a:r>
                        <a:rPr sz="1400"/>
                        <a:t>0</a:t>
                      </a:r>
                    </a:p>
                  </a:txBody>
                  <a:tcPr/>
                </a:tc>
                <a:extLst>
                  <a:ext uri="{0D108BD9-81ED-4DB2-BD59-A6C34878D82A}">
                    <a16:rowId xmlns:a16="http://schemas.microsoft.com/office/drawing/2014/main" val="10003"/>
                  </a:ext>
                </a:extLst>
              </a:tr>
              <a:tr h="559040">
                <a:tc>
                  <a:txBody>
                    <a:bodyPr/>
                    <a:lstStyle/>
                    <a:p>
                      <a:pPr>
                        <a:defRPr sz="1300">
                          <a:solidFill>
                            <a:srgbClr val="2D2D2D"/>
                          </a:solidFill>
                        </a:defRPr>
                      </a:pPr>
                      <a:r>
                        <a:rPr sz="1400"/>
                        <a:t>Duplicate rows</a:t>
                      </a:r>
                    </a:p>
                  </a:txBody>
                  <a:tcPr/>
                </a:tc>
                <a:tc>
                  <a:txBody>
                    <a:bodyPr/>
                    <a:lstStyle/>
                    <a:p>
                      <a:pPr>
                        <a:defRPr sz="1300">
                          <a:solidFill>
                            <a:srgbClr val="2D2D2D"/>
                          </a:solidFill>
                        </a:defRPr>
                      </a:pPr>
                      <a:r>
                        <a:rPr lang="en-IN" sz="1400" dirty="0"/>
                        <a:t>Present</a:t>
                      </a:r>
                      <a:endParaRPr sz="1400" dirty="0"/>
                    </a:p>
                  </a:txBody>
                  <a:tcPr/>
                </a:tc>
                <a:tc>
                  <a:txBody>
                    <a:bodyPr/>
                    <a:lstStyle/>
                    <a:p>
                      <a:pPr>
                        <a:defRPr sz="1300">
                          <a:solidFill>
                            <a:srgbClr val="2D2D2D"/>
                          </a:solidFill>
                        </a:defRPr>
                      </a:pPr>
                      <a:r>
                        <a:rPr sz="1400"/>
                        <a:t>0</a:t>
                      </a:r>
                    </a:p>
                  </a:txBody>
                  <a:tcPr/>
                </a:tc>
                <a:extLst>
                  <a:ext uri="{0D108BD9-81ED-4DB2-BD59-A6C34878D82A}">
                    <a16:rowId xmlns:a16="http://schemas.microsoft.com/office/drawing/2014/main" val="10004"/>
                  </a:ext>
                </a:extLst>
              </a:tr>
              <a:tr h="559040">
                <a:tc>
                  <a:txBody>
                    <a:bodyPr/>
                    <a:lstStyle/>
                    <a:p>
                      <a:pPr>
                        <a:defRPr sz="1300">
                          <a:solidFill>
                            <a:srgbClr val="2D2D2D"/>
                          </a:solidFill>
                        </a:defRPr>
                      </a:pPr>
                      <a:r>
                        <a:rPr lang="en-IN" sz="1400" dirty="0"/>
                        <a:t>Weather condition</a:t>
                      </a:r>
                      <a:r>
                        <a:rPr sz="1400" dirty="0"/>
                        <a:t> distribution</a:t>
                      </a:r>
                    </a:p>
                  </a:txBody>
                  <a:tcPr/>
                </a:tc>
                <a:tc>
                  <a:txBody>
                    <a:bodyPr/>
                    <a:lstStyle/>
                    <a:p>
                      <a:pPr>
                        <a:defRPr sz="1300">
                          <a:solidFill>
                            <a:srgbClr val="2D2D2D"/>
                          </a:solidFill>
                        </a:defRPr>
                      </a:pPr>
                      <a:r>
                        <a:rPr lang="en-IN" sz="1400" dirty="0"/>
                        <a:t>Different weather categories</a:t>
                      </a:r>
                      <a:endParaRPr sz="1400" dirty="0"/>
                    </a:p>
                  </a:txBody>
                  <a:tcPr/>
                </a:tc>
                <a:tc>
                  <a:txBody>
                    <a:bodyPr/>
                    <a:lstStyle/>
                    <a:p>
                      <a:pPr>
                        <a:defRPr sz="1300">
                          <a:solidFill>
                            <a:srgbClr val="2D2D2D"/>
                          </a:solidFill>
                        </a:defRPr>
                      </a:pPr>
                      <a:r>
                        <a:rPr lang="en-IN" sz="1400" dirty="0"/>
                        <a:t>Cleaned category counts</a:t>
                      </a:r>
                      <a:endParaRPr sz="1400" dirty="0"/>
                    </a:p>
                  </a:txBody>
                  <a:tcPr/>
                </a:tc>
                <a:extLst>
                  <a:ext uri="{0D108BD9-81ED-4DB2-BD59-A6C34878D82A}">
                    <a16:rowId xmlns:a16="http://schemas.microsoft.com/office/drawing/2014/main" val="10005"/>
                  </a:ext>
                </a:extLst>
              </a:tr>
            </a:tbl>
          </a:graphicData>
        </a:graphic>
      </p:graphicFrame>
      <p:pic>
        <p:nvPicPr>
          <p:cNvPr id="7" name="object 3">
            <a:extLst>
              <a:ext uri="{FF2B5EF4-FFF2-40B4-BE49-F238E27FC236}">
                <a16:creationId xmlns:a16="http://schemas.microsoft.com/office/drawing/2014/main" id="{DD64E89F-49CA-A014-6EA3-EAE0C3F39843}"/>
              </a:ext>
            </a:extLst>
          </p:cNvPr>
          <p:cNvPicPr/>
          <p:nvPr/>
        </p:nvPicPr>
        <p:blipFill>
          <a:blip r:embed="rId2" cstate="print"/>
          <a:stretch>
            <a:fillRect/>
          </a:stretch>
        </p:blipFill>
        <p:spPr>
          <a:xfrm>
            <a:off x="290749" y="204310"/>
            <a:ext cx="1488889" cy="594359"/>
          </a:xfrm>
          <a:prstGeom prst="rect">
            <a:avLst/>
          </a:prstGeom>
        </p:spPr>
      </p:pic>
      <p:sp>
        <p:nvSpPr>
          <p:cNvPr id="8" name="Rectangle 7">
            <a:extLst>
              <a:ext uri="{FF2B5EF4-FFF2-40B4-BE49-F238E27FC236}">
                <a16:creationId xmlns:a16="http://schemas.microsoft.com/office/drawing/2014/main" id="{F71577CB-F51F-3F7F-09B4-3F4D17285FC2}"/>
              </a:ext>
            </a:extLst>
          </p:cNvPr>
          <p:cNvSpPr/>
          <p:nvPr/>
        </p:nvSpPr>
        <p:spPr>
          <a:xfrm>
            <a:off x="6431280" y="2072640"/>
            <a:ext cx="5135880" cy="3816096"/>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025D1A-8787-BF28-ED7E-4FF3E73482FB}"/>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object 3">
            <a:extLst>
              <a:ext uri="{FF2B5EF4-FFF2-40B4-BE49-F238E27FC236}">
                <a16:creationId xmlns:a16="http://schemas.microsoft.com/office/drawing/2014/main" id="{E7D37A81-3CA1-F4AD-B378-9795E3F43374}"/>
              </a:ext>
            </a:extLst>
          </p:cNvPr>
          <p:cNvPicPr/>
          <p:nvPr/>
        </p:nvPicPr>
        <p:blipFill>
          <a:blip r:embed="rId2" cstate="print"/>
          <a:stretch>
            <a:fillRect/>
          </a:stretch>
        </p:blipFill>
        <p:spPr>
          <a:xfrm>
            <a:off x="290749" y="204310"/>
            <a:ext cx="1488889" cy="594359"/>
          </a:xfrm>
          <a:prstGeom prst="rect">
            <a:avLst/>
          </a:prstGeom>
        </p:spPr>
      </p:pic>
      <p:sp>
        <p:nvSpPr>
          <p:cNvPr id="4" name="TextBox 3">
            <a:extLst>
              <a:ext uri="{FF2B5EF4-FFF2-40B4-BE49-F238E27FC236}">
                <a16:creationId xmlns:a16="http://schemas.microsoft.com/office/drawing/2014/main" id="{4C275E8F-C2A3-76FD-7E8A-806923F6869C}"/>
              </a:ext>
            </a:extLst>
          </p:cNvPr>
          <p:cNvSpPr txBox="1"/>
          <p:nvPr/>
        </p:nvSpPr>
        <p:spPr>
          <a:xfrm>
            <a:off x="599956" y="1604331"/>
            <a:ext cx="5263677" cy="4970591"/>
          </a:xfrm>
          <a:prstGeom prst="rect">
            <a:avLst/>
          </a:prstGeom>
          <a:noFill/>
          <a:ln>
            <a:solidFill>
              <a:schemeClr val="tx1"/>
            </a:solidFill>
          </a:ln>
        </p:spPr>
        <p:txBody>
          <a:bodyPr wrap="square">
            <a:spAutoFit/>
          </a:bodyPr>
          <a:lstStyle/>
          <a:p>
            <a:r>
              <a:rPr lang="en-IN" sz="1100" b="0">
                <a:solidFill>
                  <a:srgbClr val="9723B4"/>
                </a:solidFill>
                <a:effectLst/>
                <a:latin typeface="Courier New" panose="02070309020205020404" pitchFamily="49" charset="0"/>
              </a:rPr>
              <a:t>import</a:t>
            </a:r>
            <a:r>
              <a:rPr lang="en-IN" sz="1100" b="0">
                <a:solidFill>
                  <a:srgbClr val="000000"/>
                </a:solidFill>
                <a:effectLst/>
                <a:latin typeface="Courier New" panose="02070309020205020404" pitchFamily="49" charset="0"/>
              </a:rPr>
              <a:t> pandas </a:t>
            </a:r>
            <a:r>
              <a:rPr lang="en-IN" sz="1100" b="0">
                <a:solidFill>
                  <a:srgbClr val="9723B4"/>
                </a:solidFill>
                <a:effectLst/>
                <a:latin typeface="Courier New" panose="02070309020205020404" pitchFamily="49" charset="0"/>
              </a:rPr>
              <a:t>as</a:t>
            </a:r>
            <a:r>
              <a:rPr lang="en-IN" sz="1100" b="0">
                <a:solidFill>
                  <a:srgbClr val="000000"/>
                </a:solidFill>
                <a:effectLst/>
                <a:latin typeface="Courier New" panose="02070309020205020404" pitchFamily="49" charset="0"/>
              </a:rPr>
              <a:t> pd</a:t>
            </a:r>
          </a:p>
          <a:p>
            <a:r>
              <a:rPr lang="en-IN" sz="1100" b="0">
                <a:solidFill>
                  <a:srgbClr val="9723B4"/>
                </a:solidFill>
                <a:effectLst/>
                <a:latin typeface="Courier New" panose="02070309020205020404" pitchFamily="49" charset="0"/>
              </a:rPr>
              <a:t>import</a:t>
            </a:r>
            <a:r>
              <a:rPr lang="en-IN" sz="1100" b="0">
                <a:solidFill>
                  <a:srgbClr val="000000"/>
                </a:solidFill>
                <a:effectLst/>
                <a:latin typeface="Courier New" panose="02070309020205020404" pitchFamily="49" charset="0"/>
              </a:rPr>
              <a:t> numpy </a:t>
            </a:r>
            <a:r>
              <a:rPr lang="en-IN" sz="1100" b="0">
                <a:solidFill>
                  <a:srgbClr val="9723B4"/>
                </a:solidFill>
                <a:effectLst/>
                <a:latin typeface="Courier New" panose="02070309020205020404" pitchFamily="49" charset="0"/>
              </a:rPr>
              <a:t>as</a:t>
            </a:r>
            <a:r>
              <a:rPr lang="en-IN" sz="1100" b="0">
                <a:solidFill>
                  <a:srgbClr val="000000"/>
                </a:solidFill>
                <a:effectLst/>
                <a:latin typeface="Courier New" panose="02070309020205020404" pitchFamily="49" charset="0"/>
              </a:rPr>
              <a:t> np</a:t>
            </a:r>
          </a:p>
          <a:p>
            <a:r>
              <a:rPr lang="en-IN" sz="1100" b="0">
                <a:solidFill>
                  <a:srgbClr val="9723B4"/>
                </a:solidFill>
                <a:effectLst/>
                <a:latin typeface="Courier New" panose="02070309020205020404" pitchFamily="49" charset="0"/>
              </a:rPr>
              <a:t>import</a:t>
            </a:r>
            <a:r>
              <a:rPr lang="en-IN" sz="1100" b="0">
                <a:solidFill>
                  <a:srgbClr val="000000"/>
                </a:solidFill>
                <a:effectLst/>
                <a:latin typeface="Courier New" panose="02070309020205020404" pitchFamily="49" charset="0"/>
              </a:rPr>
              <a:t> matplotlib.pyplot </a:t>
            </a:r>
            <a:r>
              <a:rPr lang="en-IN" sz="1100" b="0">
                <a:solidFill>
                  <a:srgbClr val="9723B4"/>
                </a:solidFill>
                <a:effectLst/>
                <a:latin typeface="Courier New" panose="02070309020205020404" pitchFamily="49" charset="0"/>
              </a:rPr>
              <a:t>as</a:t>
            </a:r>
            <a:r>
              <a:rPr lang="en-IN" sz="1100" b="0">
                <a:solidFill>
                  <a:srgbClr val="000000"/>
                </a:solidFill>
                <a:effectLst/>
                <a:latin typeface="Courier New" panose="02070309020205020404" pitchFamily="49" charset="0"/>
              </a:rPr>
              <a:t> plt</a:t>
            </a:r>
          </a:p>
          <a:p>
            <a:r>
              <a:rPr lang="en-IN" sz="1100" b="0">
                <a:solidFill>
                  <a:srgbClr val="000000"/>
                </a:solidFill>
                <a:effectLst/>
                <a:latin typeface="Courier New" panose="02070309020205020404" pitchFamily="49" charset="0"/>
              </a:rPr>
              <a:t>url = </a:t>
            </a:r>
            <a:r>
              <a:rPr lang="en-IN" sz="1100" b="0">
                <a:solidFill>
                  <a:srgbClr val="A31515"/>
                </a:solidFill>
                <a:effectLst/>
                <a:latin typeface="Courier New" panose="02070309020205020404" pitchFamily="49" charset="0"/>
              </a:rPr>
              <a:t>"https://raw.githubusercontent.com/bhagyarekha1559-wq/Weather-Data-Analysis-System/main/climate_code.csv"</a:t>
            </a:r>
            <a:endParaRPr lang="en-IN" sz="1100" b="0">
              <a:solidFill>
                <a:srgbClr val="000000"/>
              </a:solidFill>
              <a:effectLst/>
              <a:latin typeface="Courier New" panose="02070309020205020404" pitchFamily="49" charset="0"/>
            </a:endParaRPr>
          </a:p>
          <a:p>
            <a:r>
              <a:rPr lang="en-IN" sz="1100" b="0">
                <a:solidFill>
                  <a:srgbClr val="000000"/>
                </a:solidFill>
                <a:effectLst/>
                <a:latin typeface="Courier New" panose="02070309020205020404" pitchFamily="49" charset="0"/>
              </a:rPr>
              <a:t>df = pd.read_csv(url)</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(df.head())</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           WEATHER DATA ANALYSIS SYSTEM"</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"\nDATASET LOADED SUCCESSFULLY!"</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"\nFirst 5 Records:"</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(df.head())</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a:t>
            </a:r>
            <a:r>
              <a:rPr lang="en-IN" sz="1100" b="0">
                <a:solidFill>
                  <a:srgbClr val="000000"/>
                </a:solidFill>
                <a:effectLst/>
                <a:latin typeface="Courier New" panose="02070309020205020404" pitchFamily="49" charset="0"/>
              </a:rPr>
              <a:t> + </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"DATASET EXPLORATION"</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"\nDataset Shape:"</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"Rows    :"</a:t>
            </a:r>
            <a:r>
              <a:rPr lang="en-IN" sz="1100" b="0">
                <a:solidFill>
                  <a:srgbClr val="000000"/>
                </a:solidFill>
                <a:effectLst/>
                <a:latin typeface="Courier New" panose="02070309020205020404" pitchFamily="49" charset="0"/>
              </a:rPr>
              <a:t>, df.shape[</a:t>
            </a:r>
            <a:r>
              <a:rPr lang="en-IN" sz="1100" b="0">
                <a:solidFill>
                  <a:srgbClr val="116644"/>
                </a:solidFill>
                <a:effectLst/>
                <a:latin typeface="Courier New" panose="02070309020205020404" pitchFamily="49" charset="0"/>
              </a:rPr>
              <a:t>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"Columns :"</a:t>
            </a:r>
            <a:r>
              <a:rPr lang="en-IN" sz="1100" b="0">
                <a:solidFill>
                  <a:srgbClr val="000000"/>
                </a:solidFill>
                <a:effectLst/>
                <a:latin typeface="Courier New" panose="02070309020205020404" pitchFamily="49" charset="0"/>
              </a:rPr>
              <a:t>, df.shape[</a:t>
            </a:r>
            <a:r>
              <a:rPr lang="en-IN" sz="1100" b="0">
                <a:solidFill>
                  <a:srgbClr val="116644"/>
                </a:solidFill>
                <a:effectLst/>
                <a:latin typeface="Courier New" panose="02070309020205020404" pitchFamily="49" charset="0"/>
              </a:rPr>
              <a:t>1</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"\nColumn Names:"</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257693"/>
                </a:solidFill>
                <a:effectLst/>
                <a:latin typeface="Courier New" panose="02070309020205020404" pitchFamily="49" charset="0"/>
              </a:rPr>
              <a:t>list</a:t>
            </a:r>
            <a:r>
              <a:rPr lang="en-IN" sz="1100" b="0">
                <a:solidFill>
                  <a:srgbClr val="000000"/>
                </a:solidFill>
                <a:effectLst/>
                <a:latin typeface="Courier New" panose="02070309020205020404" pitchFamily="49" charset="0"/>
              </a:rPr>
              <a:t>(df.columns))</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"\nData Types:"</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(df.dtypes)</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"\nMissing Values:"</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(df.isnull().</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"\nStatistical Summary:"</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(df.describe())</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a:t>
            </a:r>
            <a:r>
              <a:rPr lang="en-IN" sz="1100" b="0">
                <a:solidFill>
                  <a:srgbClr val="000000"/>
                </a:solidFill>
                <a:effectLst/>
                <a:latin typeface="Courier New" panose="02070309020205020404" pitchFamily="49" charset="0"/>
              </a:rPr>
              <a:t> + </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endParaRPr lang="en-IN" sz="900" noProof="1">
              <a:latin typeface="Consolas" panose="020B0609020204030204" pitchFamily="49" charset="0"/>
              <a:cs typeface="Courier New" panose="02070309020205020404" pitchFamily="49" charset="0"/>
            </a:endParaRPr>
          </a:p>
        </p:txBody>
      </p:sp>
      <p:sp>
        <p:nvSpPr>
          <p:cNvPr id="5" name="TextBox 4">
            <a:extLst>
              <a:ext uri="{FF2B5EF4-FFF2-40B4-BE49-F238E27FC236}">
                <a16:creationId xmlns:a16="http://schemas.microsoft.com/office/drawing/2014/main" id="{D1B147D9-CA8E-4829-7FAC-864AB8E2B0D9}"/>
              </a:ext>
            </a:extLst>
          </p:cNvPr>
          <p:cNvSpPr txBox="1"/>
          <p:nvPr/>
        </p:nvSpPr>
        <p:spPr>
          <a:xfrm>
            <a:off x="6328367" y="1435053"/>
            <a:ext cx="5263677" cy="5139869"/>
          </a:xfrm>
          <a:prstGeom prst="rect">
            <a:avLst/>
          </a:prstGeom>
          <a:noFill/>
          <a:ln>
            <a:solidFill>
              <a:schemeClr val="tx1"/>
            </a:solidFill>
          </a:ln>
        </p:spPr>
        <p:txBody>
          <a:bodyPr wrap="square">
            <a:spAutoFit/>
          </a:bodyPr>
          <a:lstStyle/>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"DATA PREPROCESSING"</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000000"/>
                </a:solidFill>
                <a:effectLst/>
                <a:latin typeface="Courier New" panose="02070309020205020404" pitchFamily="49" charset="0"/>
              </a:rPr>
              <a:t>df[</a:t>
            </a:r>
            <a:r>
              <a:rPr lang="en-IN" sz="1100" b="0">
                <a:solidFill>
                  <a:srgbClr val="A31515"/>
                </a:solidFill>
                <a:effectLst/>
                <a:latin typeface="Courier New" panose="02070309020205020404" pitchFamily="49" charset="0"/>
              </a:rPr>
              <a:t>"Date"</a:t>
            </a:r>
            <a:r>
              <a:rPr lang="en-IN" sz="1100" b="0">
                <a:solidFill>
                  <a:srgbClr val="000000"/>
                </a:solidFill>
                <a:effectLst/>
                <a:latin typeface="Courier New" panose="02070309020205020404" pitchFamily="49" charset="0"/>
              </a:rPr>
              <a:t>] = pd.to_datetime(</a:t>
            </a:r>
          </a:p>
          <a:p>
            <a:r>
              <a:rPr lang="en-IN" sz="1100" b="0">
                <a:solidFill>
                  <a:srgbClr val="000000"/>
                </a:solidFill>
                <a:effectLst/>
                <a:latin typeface="Courier New" panose="02070309020205020404" pitchFamily="49" charset="0"/>
              </a:rPr>
              <a:t>    df[</a:t>
            </a:r>
            <a:r>
              <a:rPr lang="en-IN" sz="1100" b="0">
                <a:solidFill>
                  <a:srgbClr val="A31515"/>
                </a:solidFill>
                <a:effectLst/>
                <a:latin typeface="Courier New" panose="02070309020205020404" pitchFamily="49" charset="0"/>
              </a:rPr>
              <a:t>"Date"</a:t>
            </a:r>
            <a:r>
              <a:rPr lang="en-IN" sz="1100" b="0">
                <a:solidFill>
                  <a:srgbClr val="000000"/>
                </a:solidFill>
                <a:effectLst/>
                <a:latin typeface="Courier New" panose="02070309020205020404" pitchFamily="49" charset="0"/>
              </a:rPr>
              <a:t>],errors=</a:t>
            </a:r>
            <a:r>
              <a:rPr lang="en-IN" sz="1100" b="0">
                <a:solidFill>
                  <a:srgbClr val="A31515"/>
                </a:solidFill>
                <a:effectLst/>
                <a:latin typeface="Courier New" panose="02070309020205020404" pitchFamily="49" charset="0"/>
              </a:rPr>
              <a:t>"coerce"</a:t>
            </a:r>
            <a:r>
              <a:rPr lang="en-IN" sz="1100" b="0">
                <a:solidFill>
                  <a:srgbClr val="000000"/>
                </a:solidFill>
                <a:effectLst/>
                <a:latin typeface="Courier New" panose="02070309020205020404" pitchFamily="49" charset="0"/>
              </a:rPr>
              <a:t>)</a:t>
            </a:r>
          </a:p>
          <a:p>
            <a:r>
              <a:rPr lang="en-IN" sz="1100" b="0">
                <a:solidFill>
                  <a:srgbClr val="000000"/>
                </a:solidFill>
                <a:effectLst/>
                <a:latin typeface="Courier New" panose="02070309020205020404" pitchFamily="49" charset="0"/>
              </a:rPr>
              <a:t>df[</a:t>
            </a:r>
            <a:r>
              <a:rPr lang="en-IN" sz="1100" b="0">
                <a:solidFill>
                  <a:srgbClr val="A31515"/>
                </a:solidFill>
                <a:effectLst/>
                <a:latin typeface="Courier New" panose="02070309020205020404" pitchFamily="49" charset="0"/>
              </a:rPr>
              <a:t>"Temperature"</a:t>
            </a:r>
            <a:r>
              <a:rPr lang="en-IN" sz="1100" b="0">
                <a:solidFill>
                  <a:srgbClr val="000000"/>
                </a:solidFill>
                <a:effectLst/>
                <a:latin typeface="Courier New" panose="02070309020205020404" pitchFamily="49" charset="0"/>
              </a:rPr>
              <a:t>] = pd.to_numeric(</a:t>
            </a:r>
          </a:p>
          <a:p>
            <a:r>
              <a:rPr lang="en-IN" sz="1100" b="0">
                <a:solidFill>
                  <a:srgbClr val="000000"/>
                </a:solidFill>
                <a:effectLst/>
                <a:latin typeface="Courier New" panose="02070309020205020404" pitchFamily="49" charset="0"/>
              </a:rPr>
              <a:t>    df[</a:t>
            </a:r>
            <a:r>
              <a:rPr lang="en-IN" sz="1100" b="0">
                <a:solidFill>
                  <a:srgbClr val="A31515"/>
                </a:solidFill>
                <a:effectLst/>
                <a:latin typeface="Courier New" panose="02070309020205020404" pitchFamily="49" charset="0"/>
              </a:rPr>
              <a:t>"Temperature"</a:t>
            </a:r>
            <a:r>
              <a:rPr lang="en-IN" sz="1100" b="0">
                <a:solidFill>
                  <a:srgbClr val="000000"/>
                </a:solidFill>
                <a:effectLst/>
                <a:latin typeface="Courier New" panose="02070309020205020404" pitchFamily="49" charset="0"/>
              </a:rPr>
              <a:t>],errors=</a:t>
            </a:r>
            <a:r>
              <a:rPr lang="en-IN" sz="1100" b="0">
                <a:solidFill>
                  <a:srgbClr val="A31515"/>
                </a:solidFill>
                <a:effectLst/>
                <a:latin typeface="Courier New" panose="02070309020205020404" pitchFamily="49" charset="0"/>
              </a:rPr>
              <a:t>"coerce"</a:t>
            </a:r>
            <a:r>
              <a:rPr lang="en-IN" sz="1100" b="0">
                <a:solidFill>
                  <a:srgbClr val="000000"/>
                </a:solidFill>
                <a:effectLst/>
                <a:latin typeface="Courier New" panose="02070309020205020404" pitchFamily="49" charset="0"/>
              </a:rPr>
              <a:t>)</a:t>
            </a:r>
          </a:p>
          <a:p>
            <a:r>
              <a:rPr lang="en-IN" sz="1100" b="0">
                <a:solidFill>
                  <a:srgbClr val="000000"/>
                </a:solidFill>
                <a:effectLst/>
                <a:latin typeface="Courier New" panose="02070309020205020404" pitchFamily="49" charset="0"/>
              </a:rPr>
              <a:t>df[</a:t>
            </a:r>
            <a:r>
              <a:rPr lang="en-IN" sz="1100" b="0">
                <a:solidFill>
                  <a:srgbClr val="A31515"/>
                </a:solidFill>
                <a:effectLst/>
                <a:latin typeface="Courier New" panose="02070309020205020404" pitchFamily="49" charset="0"/>
              </a:rPr>
              <a:t>"Humidity"</a:t>
            </a:r>
            <a:r>
              <a:rPr lang="en-IN" sz="1100" b="0">
                <a:solidFill>
                  <a:srgbClr val="000000"/>
                </a:solidFill>
                <a:effectLst/>
                <a:latin typeface="Courier New" panose="02070309020205020404" pitchFamily="49" charset="0"/>
              </a:rPr>
              <a:t>] = pd.to_numeric(</a:t>
            </a:r>
          </a:p>
          <a:p>
            <a:r>
              <a:rPr lang="en-IN" sz="1100" b="0">
                <a:solidFill>
                  <a:srgbClr val="000000"/>
                </a:solidFill>
                <a:effectLst/>
                <a:latin typeface="Courier New" panose="02070309020205020404" pitchFamily="49" charset="0"/>
              </a:rPr>
              <a:t>    df[</a:t>
            </a:r>
            <a:r>
              <a:rPr lang="en-IN" sz="1100" b="0">
                <a:solidFill>
                  <a:srgbClr val="A31515"/>
                </a:solidFill>
                <a:effectLst/>
                <a:latin typeface="Courier New" panose="02070309020205020404" pitchFamily="49" charset="0"/>
              </a:rPr>
              <a:t>"Humidity"</a:t>
            </a:r>
            <a:r>
              <a:rPr lang="en-IN" sz="1100" b="0">
                <a:solidFill>
                  <a:srgbClr val="000000"/>
                </a:solidFill>
                <a:effectLst/>
                <a:latin typeface="Courier New" panose="02070309020205020404" pitchFamily="49" charset="0"/>
              </a:rPr>
              <a:t>],errors=</a:t>
            </a:r>
            <a:r>
              <a:rPr lang="en-IN" sz="1100" b="0">
                <a:solidFill>
                  <a:srgbClr val="A31515"/>
                </a:solidFill>
                <a:effectLst/>
                <a:latin typeface="Courier New" panose="02070309020205020404" pitchFamily="49" charset="0"/>
              </a:rPr>
              <a:t>"coerce"</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"\nDate and numeric columns processed successfully."</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a:t>
            </a:r>
            <a:r>
              <a:rPr lang="en-IN" sz="1100" b="0">
                <a:solidFill>
                  <a:srgbClr val="000000"/>
                </a:solidFill>
                <a:effectLst/>
                <a:latin typeface="Courier New" panose="02070309020205020404" pitchFamily="49" charset="0"/>
              </a:rPr>
              <a:t> + </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"DATA CLEANING"</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a:t>
            </a:r>
            <a:r>
              <a:rPr lang="en-IN" sz="1100" b="0">
                <a:solidFill>
                  <a:srgbClr val="000000"/>
                </a:solidFill>
                <a:effectLst/>
                <a:latin typeface="Courier New" panose="02070309020205020404" pitchFamily="49" charset="0"/>
              </a:rPr>
              <a:t> * </a:t>
            </a:r>
            <a:r>
              <a:rPr lang="en-IN" sz="1100" b="0">
                <a:solidFill>
                  <a:srgbClr val="116644"/>
                </a:solidFill>
                <a:effectLst/>
                <a:latin typeface="Courier New" panose="02070309020205020404" pitchFamily="49" charset="0"/>
              </a:rPr>
              <a:t>60</a:t>
            </a:r>
            <a:r>
              <a:rPr lang="en-IN" sz="1100" b="0">
                <a:solidFill>
                  <a:srgbClr val="000000"/>
                </a:solidFill>
                <a:effectLst/>
                <a:latin typeface="Courier New" panose="02070309020205020404" pitchFamily="49" charset="0"/>
              </a:rPr>
              <a:t>)</a:t>
            </a:r>
          </a:p>
          <a:p>
            <a:r>
              <a:rPr lang="en-IN" sz="1100" b="0">
                <a:solidFill>
                  <a:srgbClr val="000000"/>
                </a:solidFill>
                <a:effectLst/>
                <a:latin typeface="Courier New" panose="02070309020205020404" pitchFamily="49" charset="0"/>
              </a:rPr>
              <a:t>missing_before = df.isnull().</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"\nTotal missing values before cleaning:"</a:t>
            </a:r>
            <a:r>
              <a:rPr lang="en-IN" sz="1100" b="0">
                <a:solidFill>
                  <a:srgbClr val="000000"/>
                </a:solidFill>
                <a:effectLst/>
                <a:latin typeface="Courier New" panose="02070309020205020404" pitchFamily="49" charset="0"/>
              </a:rPr>
              <a:t>,missing_before)</a:t>
            </a:r>
          </a:p>
          <a:p>
            <a:r>
              <a:rPr lang="en-IN" sz="1100" b="0">
                <a:solidFill>
                  <a:srgbClr val="000000"/>
                </a:solidFill>
                <a:effectLst/>
                <a:latin typeface="Courier New" panose="02070309020205020404" pitchFamily="49" charset="0"/>
              </a:rPr>
              <a:t>df = df.dropna()</a:t>
            </a:r>
          </a:p>
          <a:p>
            <a:r>
              <a:rPr lang="en-IN" sz="1100" b="0">
                <a:solidFill>
                  <a:srgbClr val="000000"/>
                </a:solidFill>
                <a:effectLst/>
                <a:latin typeface="Courier New" panose="02070309020205020404" pitchFamily="49" charset="0"/>
              </a:rPr>
              <a:t>duplicates_removed = df.duplicated().</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p>
          <a:p>
            <a:r>
              <a:rPr lang="en-IN" sz="1100" b="0">
                <a:solidFill>
                  <a:srgbClr val="000000"/>
                </a:solidFill>
                <a:effectLst/>
                <a:latin typeface="Courier New" panose="02070309020205020404" pitchFamily="49" charset="0"/>
              </a:rPr>
              <a:t>df = df.drop_duplicates()</a:t>
            </a:r>
          </a:p>
          <a:p>
            <a:r>
              <a:rPr lang="en-IN" sz="1100" b="0">
                <a:solidFill>
                  <a:srgbClr val="000000"/>
                </a:solidFill>
                <a:effectLst/>
                <a:latin typeface="Courier New" panose="02070309020205020404" pitchFamily="49" charset="0"/>
              </a:rPr>
              <a:t>df = df.sort_values(</a:t>
            </a:r>
            <a:r>
              <a:rPr lang="en-IN" sz="1100" b="0">
                <a:solidFill>
                  <a:srgbClr val="A31515"/>
                </a:solidFill>
                <a:effectLst/>
                <a:latin typeface="Courier New" panose="02070309020205020404" pitchFamily="49" charset="0"/>
              </a:rPr>
              <a:t>"Date"</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"Duplicate records removed:"</a:t>
            </a:r>
            <a:r>
              <a:rPr lang="en-IN" sz="1100" b="0">
                <a:solidFill>
                  <a:srgbClr val="000000"/>
                </a:solidFill>
                <a:effectLst/>
                <a:latin typeface="Courier New" panose="02070309020205020404" pitchFamily="49" charset="0"/>
              </a:rPr>
              <a:t>,duplicates_removed)</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"Total missing values after cleaning:"</a:t>
            </a:r>
            <a:r>
              <a:rPr lang="en-IN" sz="1100" b="0">
                <a:solidFill>
                  <a:srgbClr val="000000"/>
                </a:solidFill>
                <a:effectLst/>
                <a:latin typeface="Courier New" panose="02070309020205020404" pitchFamily="49" charset="0"/>
              </a:rPr>
              <a:t>,df.isnull().</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r>
              <a:rPr lang="en-IN" sz="1100" b="0">
                <a:solidFill>
                  <a:srgbClr val="6A5221"/>
                </a:solidFill>
                <a:effectLst/>
                <a:latin typeface="Courier New" panose="02070309020205020404" pitchFamily="49" charset="0"/>
              </a:rPr>
              <a:t>sum</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"\nCleaned Dataset:"</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(df)</a:t>
            </a:r>
          </a:p>
          <a:p>
            <a:r>
              <a:rPr lang="en-IN" sz="1100" b="0">
                <a:solidFill>
                  <a:srgbClr val="000000"/>
                </a:solidFill>
                <a:effectLst/>
                <a:latin typeface="Courier New" panose="02070309020205020404" pitchFamily="49" charset="0"/>
              </a:rPr>
              <a:t>cleaned_file = </a:t>
            </a:r>
            <a:r>
              <a:rPr lang="en-IN" sz="1100" b="0">
                <a:solidFill>
                  <a:srgbClr val="A31515"/>
                </a:solidFill>
                <a:effectLst/>
                <a:latin typeface="Courier New" panose="02070309020205020404" pitchFamily="49" charset="0"/>
              </a:rPr>
              <a:t>"cleaned_climate_codecsv"</a:t>
            </a:r>
            <a:endParaRPr lang="en-IN" sz="1100" b="0">
              <a:solidFill>
                <a:srgbClr val="000000"/>
              </a:solidFill>
              <a:effectLst/>
              <a:latin typeface="Courier New" panose="02070309020205020404" pitchFamily="49" charset="0"/>
            </a:endParaRPr>
          </a:p>
          <a:p>
            <a:r>
              <a:rPr lang="en-IN" sz="1100" b="0">
                <a:solidFill>
                  <a:srgbClr val="000000"/>
                </a:solidFill>
                <a:effectLst/>
                <a:latin typeface="Courier New" panose="02070309020205020404" pitchFamily="49" charset="0"/>
              </a:rPr>
              <a:t>df.to_csv(</a:t>
            </a:r>
          </a:p>
          <a:p>
            <a:r>
              <a:rPr lang="en-IN" sz="1100" b="0">
                <a:solidFill>
                  <a:srgbClr val="000000"/>
                </a:solidFill>
                <a:effectLst/>
                <a:latin typeface="Courier New" panose="02070309020205020404" pitchFamily="49" charset="0"/>
              </a:rPr>
              <a:t>    cleaned_file,</a:t>
            </a:r>
          </a:p>
          <a:p>
            <a:r>
              <a:rPr lang="en-IN" sz="1100" b="0">
                <a:solidFill>
                  <a:srgbClr val="000000"/>
                </a:solidFill>
                <a:effectLst/>
                <a:latin typeface="Courier New" panose="02070309020205020404" pitchFamily="49" charset="0"/>
              </a:rPr>
              <a:t>    index=</a:t>
            </a:r>
            <a:r>
              <a:rPr lang="en-IN" sz="1100" b="0">
                <a:solidFill>
                  <a:srgbClr val="0000FF"/>
                </a:solidFill>
                <a:effectLst/>
                <a:latin typeface="Courier New" panose="02070309020205020404" pitchFamily="49" charset="0"/>
              </a:rPr>
              <a:t>False</a:t>
            </a:r>
            <a:r>
              <a:rPr lang="en-IN" sz="1100" b="0">
                <a:solidFill>
                  <a:srgbClr val="000000"/>
                </a:solidFill>
                <a:effectLst/>
                <a:latin typeface="Courier New" panose="02070309020205020404" pitchFamily="49" charset="0"/>
              </a:rPr>
              <a:t>)</a:t>
            </a:r>
          </a:p>
          <a:p>
            <a:r>
              <a:rPr lang="en-IN" sz="1100" b="0">
                <a:solidFill>
                  <a:srgbClr val="6A5221"/>
                </a:solidFill>
                <a:effectLst/>
                <a:latin typeface="Courier New" panose="02070309020205020404" pitchFamily="49" charset="0"/>
              </a:rPr>
              <a:t>print</a:t>
            </a:r>
            <a:r>
              <a:rPr lang="en-IN" sz="1100" b="0">
                <a:solidFill>
                  <a:srgbClr val="000000"/>
                </a:solidFill>
                <a:effectLst/>
                <a:latin typeface="Courier New" panose="02070309020205020404" pitchFamily="49" charset="0"/>
              </a:rPr>
              <a:t>(</a:t>
            </a:r>
            <a:r>
              <a:rPr lang="en-IN" sz="1100" b="0">
                <a:solidFill>
                  <a:srgbClr val="A31515"/>
                </a:solidFill>
                <a:effectLst/>
                <a:latin typeface="Courier New" panose="02070309020205020404" pitchFamily="49" charset="0"/>
              </a:rPr>
              <a:t>"\nCleaned dataset saved as:"</a:t>
            </a:r>
            <a:r>
              <a:rPr lang="en-IN" sz="1100" b="0">
                <a:solidFill>
                  <a:srgbClr val="000000"/>
                </a:solidFill>
                <a:effectLst/>
                <a:latin typeface="Courier New" panose="02070309020205020404" pitchFamily="49" charset="0"/>
              </a:rPr>
              <a:t>, cleaned_file)</a:t>
            </a:r>
          </a:p>
          <a:p>
            <a:endParaRPr lang="en-IN" sz="900" noProof="1">
              <a:latin typeface="Consolas" panose="020B0609020204030204" pitchFamily="49" charset="0"/>
              <a:cs typeface="Courier New" panose="02070309020205020404" pitchFamily="49" charset="0"/>
            </a:endParaRPr>
          </a:p>
        </p:txBody>
      </p:sp>
      <p:sp>
        <p:nvSpPr>
          <p:cNvPr id="7" name="TextBox 6">
            <a:extLst>
              <a:ext uri="{FF2B5EF4-FFF2-40B4-BE49-F238E27FC236}">
                <a16:creationId xmlns:a16="http://schemas.microsoft.com/office/drawing/2014/main" id="{96A860B5-A56A-F992-FD22-93DF66DF4ACE}"/>
              </a:ext>
            </a:extLst>
          </p:cNvPr>
          <p:cNvSpPr txBox="1"/>
          <p:nvPr/>
        </p:nvSpPr>
        <p:spPr>
          <a:xfrm>
            <a:off x="183206" y="711779"/>
            <a:ext cx="10179993" cy="523220"/>
          </a:xfrm>
          <a:prstGeom prst="rect">
            <a:avLst/>
          </a:prstGeom>
          <a:noFill/>
        </p:spPr>
        <p:txBody>
          <a:bodyPr wrap="square">
            <a:spAutoFit/>
          </a:bodyPr>
          <a:lstStyle/>
          <a:p>
            <a:pPr>
              <a:defRPr sz="2600" b="1">
                <a:solidFill>
                  <a:srgbClr val="1F3756"/>
                </a:solidFill>
              </a:defRPr>
            </a:pPr>
            <a:r>
              <a:rPr lang="en-US" sz="2800" noProof="0"/>
              <a:t>DATASET SNAPSHOT — BEFORE &amp; AFTER CLEANING</a:t>
            </a:r>
          </a:p>
        </p:txBody>
      </p:sp>
    </p:spTree>
    <p:extLst>
      <p:ext uri="{BB962C8B-B14F-4D97-AF65-F5344CB8AC3E}">
        <p14:creationId xmlns:p14="http://schemas.microsoft.com/office/powerpoint/2010/main" val="43728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947672" y="232831"/>
            <a:ext cx="10972800" cy="594360"/>
          </a:xfrm>
          <a:prstGeom prst="rect">
            <a:avLst/>
          </a:prstGeom>
          <a:noFill/>
        </p:spPr>
        <p:txBody>
          <a:bodyPr wrap="none">
            <a:spAutoFit/>
          </a:bodyPr>
          <a:lstStyle/>
          <a:p>
            <a:pPr>
              <a:defRPr sz="2600" b="1">
                <a:solidFill>
                  <a:srgbClr val="1F3756"/>
                </a:solidFill>
              </a:defRPr>
            </a:pPr>
            <a:r>
              <a:rPr dirty="0"/>
              <a:t>IMPLEMENTATION — DATA PREPROCESSING WITH EVIDENCE</a:t>
            </a:r>
          </a:p>
        </p:txBody>
      </p:sp>
      <p:sp>
        <p:nvSpPr>
          <p:cNvPr id="5" name="Rounded Rectangle 4"/>
          <p:cNvSpPr/>
          <p:nvPr/>
        </p:nvSpPr>
        <p:spPr>
          <a:xfrm>
            <a:off x="7856343" y="1174667"/>
            <a:ext cx="4075471"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4054" y="1302683"/>
            <a:ext cx="3831335" cy="704088"/>
          </a:xfrm>
          <a:prstGeom prst="rect">
            <a:avLst/>
          </a:prstGeom>
          <a:noFill/>
        </p:spPr>
        <p:txBody>
          <a:bodyPr wrap="square">
            <a:spAutoFit/>
          </a:bodyPr>
          <a:lstStyle/>
          <a:p>
            <a:pPr>
              <a:defRPr sz="1500" b="1">
                <a:solidFill>
                  <a:srgbClr val="1F3756"/>
                </a:solidFill>
              </a:defRPr>
            </a:pPr>
            <a:r>
              <a:rPr dirty="0"/>
              <a:t>Step 1 — Duplicates</a:t>
            </a:r>
          </a:p>
          <a:p>
            <a:pPr>
              <a:defRPr sz="1250">
                <a:solidFill>
                  <a:srgbClr val="2D2D2D"/>
                </a:solidFill>
              </a:defRPr>
            </a:pPr>
            <a:r>
              <a:rPr dirty="0"/>
              <a:t>Detected and removed duplicate application rows.</a:t>
            </a:r>
          </a:p>
        </p:txBody>
      </p:sp>
      <p:sp>
        <p:nvSpPr>
          <p:cNvPr id="7" name="Rounded Rectangle 6"/>
          <p:cNvSpPr/>
          <p:nvPr/>
        </p:nvSpPr>
        <p:spPr>
          <a:xfrm>
            <a:off x="7856343" y="2410872"/>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78410" y="2522774"/>
            <a:ext cx="3831335" cy="707886"/>
          </a:xfrm>
          <a:prstGeom prst="rect">
            <a:avLst/>
          </a:prstGeom>
          <a:noFill/>
        </p:spPr>
        <p:txBody>
          <a:bodyPr wrap="square">
            <a:spAutoFit/>
          </a:bodyPr>
          <a:lstStyle/>
          <a:p>
            <a:pPr>
              <a:defRPr sz="1500" b="1">
                <a:solidFill>
                  <a:srgbClr val="1F3756"/>
                </a:solidFill>
              </a:defRPr>
            </a:pPr>
            <a:r>
              <a:rPr dirty="0"/>
              <a:t>Step 2 — Missing Values</a:t>
            </a:r>
          </a:p>
          <a:p>
            <a:pPr>
              <a:defRPr sz="1250">
                <a:solidFill>
                  <a:srgbClr val="2D2D2D"/>
                </a:solidFill>
              </a:defRPr>
            </a:pPr>
            <a:r>
              <a:rPr dirty="0"/>
              <a:t>Categorical → mode</a:t>
            </a:r>
            <a:r>
              <a:t>; </a:t>
            </a:r>
            <a:endParaRPr lang="en-IN"/>
          </a:p>
          <a:p>
            <a:pPr>
              <a:defRPr sz="1250">
                <a:solidFill>
                  <a:srgbClr val="2D2D2D"/>
                </a:solidFill>
              </a:defRPr>
            </a:pPr>
            <a:r>
              <a:rPr lang="en-IN"/>
              <a:t> </a:t>
            </a:r>
            <a:r>
              <a:t>numeric </a:t>
            </a:r>
            <a:r>
              <a:rPr dirty="0"/>
              <a:t>→ median.</a:t>
            </a:r>
          </a:p>
        </p:txBody>
      </p:sp>
      <p:sp>
        <p:nvSpPr>
          <p:cNvPr id="9" name="Rounded Rectangle 8"/>
          <p:cNvSpPr/>
          <p:nvPr/>
        </p:nvSpPr>
        <p:spPr>
          <a:xfrm>
            <a:off x="7879461" y="3757616"/>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78409" y="3932449"/>
            <a:ext cx="3831335" cy="704088"/>
          </a:xfrm>
          <a:prstGeom prst="rect">
            <a:avLst/>
          </a:prstGeom>
          <a:noFill/>
        </p:spPr>
        <p:txBody>
          <a:bodyPr wrap="square">
            <a:spAutoFit/>
          </a:bodyPr>
          <a:lstStyle/>
          <a:p>
            <a:pPr>
              <a:defRPr sz="1500" b="1">
                <a:solidFill>
                  <a:srgbClr val="1F3756"/>
                </a:solidFill>
              </a:defRPr>
            </a:pPr>
            <a:r>
              <a:rPr dirty="0"/>
              <a:t>Step 3 — Final Check</a:t>
            </a:r>
          </a:p>
          <a:p>
            <a:pPr>
              <a:defRPr sz="1250">
                <a:solidFill>
                  <a:srgbClr val="2D2D2D"/>
                </a:solidFill>
              </a:defRPr>
            </a:pPr>
            <a:r>
              <a:rPr dirty="0"/>
              <a:t>Re-checked null count and duplicate count.</a:t>
            </a:r>
          </a:p>
        </p:txBody>
      </p:sp>
      <p:sp>
        <p:nvSpPr>
          <p:cNvPr id="11" name="Rounded Rectangle 10"/>
          <p:cNvSpPr/>
          <p:nvPr/>
        </p:nvSpPr>
        <p:spPr>
          <a:xfrm>
            <a:off x="7856343" y="5065212"/>
            <a:ext cx="4160520"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2" name="TextBox 11"/>
          <p:cNvSpPr txBox="1"/>
          <p:nvPr/>
        </p:nvSpPr>
        <p:spPr>
          <a:xfrm>
            <a:off x="8020935" y="5114071"/>
            <a:ext cx="3831335" cy="707886"/>
          </a:xfrm>
          <a:prstGeom prst="rect">
            <a:avLst/>
          </a:prstGeom>
          <a:noFill/>
        </p:spPr>
        <p:txBody>
          <a:bodyPr wrap="square">
            <a:spAutoFit/>
          </a:bodyPr>
          <a:lstStyle/>
          <a:p>
            <a:pPr>
              <a:defRPr sz="1500" b="1">
                <a:solidFill>
                  <a:srgbClr val="1F3756"/>
                </a:solidFill>
              </a:defRPr>
            </a:pPr>
            <a:r>
              <a:rPr dirty="0"/>
              <a:t>Result</a:t>
            </a:r>
            <a:endParaRPr lang="en-US" dirty="0"/>
          </a:p>
          <a:p>
            <a:pPr>
              <a:defRPr sz="1250">
                <a:solidFill>
                  <a:srgbClr val="2D2D2D"/>
                </a:solidFill>
              </a:defRPr>
            </a:pPr>
            <a:r>
              <a:rPr lang="en-US"/>
              <a:t>Clean </a:t>
            </a:r>
            <a:r>
              <a:rPr lang="en-US" dirty="0"/>
              <a:t>and complete dataset ready for analysis and visualization.</a:t>
            </a:r>
          </a:p>
        </p:txBody>
      </p:sp>
      <p:pic>
        <p:nvPicPr>
          <p:cNvPr id="14" name="object 3">
            <a:extLst>
              <a:ext uri="{FF2B5EF4-FFF2-40B4-BE49-F238E27FC236}">
                <a16:creationId xmlns:a16="http://schemas.microsoft.com/office/drawing/2014/main" id="{77268E3B-BE5D-C03B-255E-00857DA182AD}"/>
              </a:ext>
            </a:extLst>
          </p:cNvPr>
          <p:cNvPicPr/>
          <p:nvPr/>
        </p:nvPicPr>
        <p:blipFill>
          <a:blip r:embed="rId2" cstate="print"/>
          <a:stretch>
            <a:fillRect/>
          </a:stretch>
        </p:blipFill>
        <p:spPr>
          <a:xfrm>
            <a:off x="290749" y="204310"/>
            <a:ext cx="1488889" cy="594359"/>
          </a:xfrm>
          <a:prstGeom prst="rect">
            <a:avLst/>
          </a:prstGeom>
        </p:spPr>
      </p:pic>
      <p:sp>
        <p:nvSpPr>
          <p:cNvPr id="13" name="Rectangle 12">
            <a:extLst>
              <a:ext uri="{FF2B5EF4-FFF2-40B4-BE49-F238E27FC236}">
                <a16:creationId xmlns:a16="http://schemas.microsoft.com/office/drawing/2014/main" id="{9C0F252D-A985-DFC5-71A7-2EF34AAFA03F}"/>
              </a:ext>
            </a:extLst>
          </p:cNvPr>
          <p:cNvSpPr/>
          <p:nvPr/>
        </p:nvSpPr>
        <p:spPr>
          <a:xfrm>
            <a:off x="810228" y="1770927"/>
            <a:ext cx="5741043" cy="4495173"/>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7" name="Rectangle 16">
            <a:extLst>
              <a:ext uri="{FF2B5EF4-FFF2-40B4-BE49-F238E27FC236}">
                <a16:creationId xmlns:a16="http://schemas.microsoft.com/office/drawing/2014/main" id="{3825E8A6-77E8-AA6C-2E6E-B1177AE6C757}"/>
              </a:ext>
            </a:extLst>
          </p:cNvPr>
          <p:cNvSpPr/>
          <p:nvPr/>
        </p:nvSpPr>
        <p:spPr>
          <a:xfrm>
            <a:off x="645635" y="1812291"/>
            <a:ext cx="5905636" cy="4453809"/>
          </a:xfrm>
          <a:prstGeom prst="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8" name="TextBox 17">
            <a:extLst>
              <a:ext uri="{FF2B5EF4-FFF2-40B4-BE49-F238E27FC236}">
                <a16:creationId xmlns:a16="http://schemas.microsoft.com/office/drawing/2014/main" id="{1D5964B7-45AC-4093-7A9C-E5572F7BC62C}"/>
              </a:ext>
            </a:extLst>
          </p:cNvPr>
          <p:cNvSpPr txBox="1"/>
          <p:nvPr/>
        </p:nvSpPr>
        <p:spPr>
          <a:xfrm>
            <a:off x="308393" y="718818"/>
            <a:ext cx="5660020" cy="369332"/>
          </a:xfrm>
          <a:prstGeom prst="rect">
            <a:avLst/>
          </a:prstGeom>
          <a:noFill/>
        </p:spPr>
        <p:txBody>
          <a:bodyPr wrap="square" rtlCol="0">
            <a:spAutoFit/>
          </a:bodyPr>
          <a:lstStyle/>
          <a:p>
            <a:r>
              <a:rPr lang="en-IN"/>
              <a:t>Execution output</a:t>
            </a:r>
            <a:endParaRPr lang="en-IN" dirty="0"/>
          </a:p>
        </p:txBody>
      </p:sp>
      <p:sp>
        <p:nvSpPr>
          <p:cNvPr id="22" name="Rectangle 21">
            <a:extLst>
              <a:ext uri="{FF2B5EF4-FFF2-40B4-BE49-F238E27FC236}">
                <a16:creationId xmlns:a16="http://schemas.microsoft.com/office/drawing/2014/main" id="{3F9BF675-278F-5A44-4CBC-F3D26542A0AA}"/>
              </a:ext>
            </a:extLst>
          </p:cNvPr>
          <p:cNvSpPr/>
          <p:nvPr/>
        </p:nvSpPr>
        <p:spPr>
          <a:xfrm>
            <a:off x="481042" y="1125981"/>
            <a:ext cx="7145064" cy="5527709"/>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pic>
        <p:nvPicPr>
          <p:cNvPr id="15" name="Picture 14" descr="A screenshot of a computer&#10;&#10;Description automatically generated">
            <a:extLst>
              <a:ext uri="{FF2B5EF4-FFF2-40B4-BE49-F238E27FC236}">
                <a16:creationId xmlns:a16="http://schemas.microsoft.com/office/drawing/2014/main" id="{10BC101C-E2BA-5762-C2FB-A51918308CD1}"/>
              </a:ext>
            </a:extLst>
          </p:cNvPr>
          <p:cNvPicPr>
            <a:picLocks noChangeAspect="1"/>
          </p:cNvPicPr>
          <p:nvPr/>
        </p:nvPicPr>
        <p:blipFill>
          <a:blip r:embed="rId3"/>
          <a:stretch>
            <a:fillRect/>
          </a:stretch>
        </p:blipFill>
        <p:spPr>
          <a:xfrm>
            <a:off x="504875" y="1167346"/>
            <a:ext cx="3839212" cy="2691868"/>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97002356-1376-5CEC-F609-385AA20B3C1B}"/>
              </a:ext>
            </a:extLst>
          </p:cNvPr>
          <p:cNvPicPr>
            <a:picLocks noChangeAspect="1"/>
          </p:cNvPicPr>
          <p:nvPr/>
        </p:nvPicPr>
        <p:blipFill>
          <a:blip r:embed="rId4"/>
          <a:stretch>
            <a:fillRect/>
          </a:stretch>
        </p:blipFill>
        <p:spPr>
          <a:xfrm>
            <a:off x="504875" y="3859215"/>
            <a:ext cx="3839212" cy="2794475"/>
          </a:xfrm>
          <a:prstGeom prst="rect">
            <a:avLst/>
          </a:prstGeom>
        </p:spPr>
      </p:pic>
      <p:pic>
        <p:nvPicPr>
          <p:cNvPr id="23" name="Picture 22" descr="A screenshot of a computer&#10;&#10;Description automatically generated">
            <a:extLst>
              <a:ext uri="{FF2B5EF4-FFF2-40B4-BE49-F238E27FC236}">
                <a16:creationId xmlns:a16="http://schemas.microsoft.com/office/drawing/2014/main" id="{D6AAE51B-CE8C-FC60-9792-F060A3353786}"/>
              </a:ext>
            </a:extLst>
          </p:cNvPr>
          <p:cNvPicPr>
            <a:picLocks noChangeAspect="1"/>
          </p:cNvPicPr>
          <p:nvPr/>
        </p:nvPicPr>
        <p:blipFill>
          <a:blip r:embed="rId5"/>
          <a:stretch>
            <a:fillRect/>
          </a:stretch>
        </p:blipFill>
        <p:spPr>
          <a:xfrm>
            <a:off x="4344087" y="1222120"/>
            <a:ext cx="3248651" cy="533543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C99F21-75AF-7BBC-3418-01520196596D}"/>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object 3">
            <a:extLst>
              <a:ext uri="{FF2B5EF4-FFF2-40B4-BE49-F238E27FC236}">
                <a16:creationId xmlns:a16="http://schemas.microsoft.com/office/drawing/2014/main" id="{DC753196-ABDC-D50B-0492-E595A2DDE533}"/>
              </a:ext>
            </a:extLst>
          </p:cNvPr>
          <p:cNvPicPr/>
          <p:nvPr/>
        </p:nvPicPr>
        <p:blipFill>
          <a:blip r:embed="rId2" cstate="print"/>
          <a:stretch>
            <a:fillRect/>
          </a:stretch>
        </p:blipFill>
        <p:spPr>
          <a:xfrm>
            <a:off x="290749" y="204310"/>
            <a:ext cx="1488889" cy="594359"/>
          </a:xfrm>
          <a:prstGeom prst="rect">
            <a:avLst/>
          </a:prstGeom>
        </p:spPr>
      </p:pic>
      <p:sp>
        <p:nvSpPr>
          <p:cNvPr id="5" name="TextBox 4">
            <a:extLst>
              <a:ext uri="{FF2B5EF4-FFF2-40B4-BE49-F238E27FC236}">
                <a16:creationId xmlns:a16="http://schemas.microsoft.com/office/drawing/2014/main" id="{FB369C62-0D72-5FDC-8FC0-4C89EFFDF55E}"/>
              </a:ext>
            </a:extLst>
          </p:cNvPr>
          <p:cNvSpPr txBox="1"/>
          <p:nvPr/>
        </p:nvSpPr>
        <p:spPr>
          <a:xfrm>
            <a:off x="1180618" y="752386"/>
            <a:ext cx="10463514" cy="523220"/>
          </a:xfrm>
          <a:prstGeom prst="rect">
            <a:avLst/>
          </a:prstGeom>
          <a:noFill/>
        </p:spPr>
        <p:txBody>
          <a:bodyPr wrap="square" rtlCol="0">
            <a:spAutoFit/>
          </a:bodyPr>
          <a:lstStyle/>
          <a:p>
            <a:r>
              <a:rPr lang="en-IN" sz="2800" b="1" dirty="0">
                <a:solidFill>
                  <a:schemeClr val="tx2">
                    <a:lumMod val="75000"/>
                  </a:schemeClr>
                </a:solidFill>
              </a:rPr>
              <a:t>IMPLEMENTATION -  TEMPERATURE CONVERSIONS AND OUTPUT</a:t>
            </a:r>
          </a:p>
        </p:txBody>
      </p:sp>
      <p:sp>
        <p:nvSpPr>
          <p:cNvPr id="6" name="TextBox 5">
            <a:extLst>
              <a:ext uri="{FF2B5EF4-FFF2-40B4-BE49-F238E27FC236}">
                <a16:creationId xmlns:a16="http://schemas.microsoft.com/office/drawing/2014/main" id="{348111AB-5E0F-2C80-6436-9C6E574D9FF9}"/>
              </a:ext>
            </a:extLst>
          </p:cNvPr>
          <p:cNvSpPr txBox="1"/>
          <p:nvPr/>
        </p:nvSpPr>
        <p:spPr>
          <a:xfrm>
            <a:off x="740780" y="1396404"/>
            <a:ext cx="3437930" cy="4401205"/>
          </a:xfrm>
          <a:prstGeom prst="rect">
            <a:avLst/>
          </a:prstGeom>
          <a:noFill/>
          <a:ln w="19050">
            <a:solidFill>
              <a:schemeClr val="tx1"/>
            </a:solidFill>
          </a:ln>
        </p:spPr>
        <p:txBody>
          <a:bodyPr wrap="square" rtlCol="0">
            <a:spAutoFit/>
          </a:bodyPr>
          <a:lstStyle/>
          <a:p>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"RUNTIME TEMPERATURE CONVERSION"</a:t>
            </a:r>
            <a:r>
              <a:rPr lang="en-IN" sz="1000" b="0">
                <a:solidFill>
                  <a:srgbClr val="000000"/>
                </a:solidFill>
                <a:effectLst/>
                <a:latin typeface="Courier New" panose="02070309020205020404" pitchFamily="49" charset="0"/>
              </a:rPr>
              <a:t>)</a:t>
            </a:r>
          </a:p>
          <a:p>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60</a:t>
            </a:r>
            <a:r>
              <a:rPr lang="en-IN" sz="1000" b="0">
                <a:solidFill>
                  <a:srgbClr val="000000"/>
                </a:solidFill>
                <a:effectLst/>
                <a:latin typeface="Courier New" panose="02070309020205020404" pitchFamily="49" charset="0"/>
              </a:rPr>
              <a:t>)</a:t>
            </a:r>
          </a:p>
          <a:p>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"\n1. Celsius to Fahrenheit"</a:t>
            </a:r>
            <a:r>
              <a:rPr lang="en-IN" sz="1000" b="0">
                <a:solidFill>
                  <a:srgbClr val="000000"/>
                </a:solidFill>
                <a:effectLst/>
                <a:latin typeface="Courier New" panose="02070309020205020404" pitchFamily="49" charset="0"/>
              </a:rPr>
              <a:t>)</a:t>
            </a:r>
          </a:p>
          <a:p>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"2. Fahrenheit to Celsius"</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choice = </a:t>
            </a:r>
            <a:r>
              <a:rPr lang="en-IN" sz="1000" b="0">
                <a:solidFill>
                  <a:srgbClr val="6A5221"/>
                </a:solidFill>
                <a:effectLst/>
                <a:latin typeface="Courier New" panose="02070309020205020404" pitchFamily="49" charset="0"/>
              </a:rPr>
              <a:t>input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"\nEnter your choice (1 or 2): "</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runtime_temperature = </a:t>
            </a:r>
            <a:r>
              <a:rPr lang="en-IN" sz="1000" b="0">
                <a:solidFill>
                  <a:srgbClr val="0000FF"/>
                </a:solidFill>
                <a:effectLst/>
                <a:latin typeface="Courier New" panose="02070309020205020404" pitchFamily="49" charset="0"/>
              </a:rPr>
              <a:t>None</a:t>
            </a:r>
            <a:endParaRPr lang="en-IN" sz="1000" b="0">
              <a:solidFill>
                <a:srgbClr val="000000"/>
              </a:solidFill>
              <a:effectLst/>
              <a:latin typeface="Courier New" panose="02070309020205020404" pitchFamily="49" charset="0"/>
            </a:endParaRPr>
          </a:p>
          <a:p>
            <a:r>
              <a:rPr lang="en-IN" sz="1000" b="0">
                <a:solidFill>
                  <a:srgbClr val="000000"/>
                </a:solidFill>
                <a:effectLst/>
                <a:latin typeface="Courier New" panose="02070309020205020404" pitchFamily="49" charset="0"/>
              </a:rPr>
              <a:t>runtime_celsius = </a:t>
            </a:r>
            <a:r>
              <a:rPr lang="en-IN" sz="1000" b="0">
                <a:solidFill>
                  <a:srgbClr val="0000FF"/>
                </a:solidFill>
                <a:effectLst/>
                <a:latin typeface="Courier New" panose="02070309020205020404" pitchFamily="49" charset="0"/>
              </a:rPr>
              <a:t>None</a:t>
            </a:r>
            <a:endParaRPr lang="en-IN" sz="1000" b="0">
              <a:solidFill>
                <a:srgbClr val="000000"/>
              </a:solidFill>
              <a:effectLst/>
              <a:latin typeface="Courier New" panose="02070309020205020404" pitchFamily="49" charset="0"/>
            </a:endParaRPr>
          </a:p>
          <a:p>
            <a:r>
              <a:rPr lang="en-IN" sz="1000" b="0">
                <a:solidFill>
                  <a:srgbClr val="000000"/>
                </a:solidFill>
                <a:effectLst/>
                <a:latin typeface="Courier New" panose="02070309020205020404" pitchFamily="49" charset="0"/>
              </a:rPr>
              <a:t>runtime_fahrenheit = </a:t>
            </a:r>
            <a:r>
              <a:rPr lang="en-IN" sz="1000" b="0">
                <a:solidFill>
                  <a:srgbClr val="0000FF"/>
                </a:solidFill>
                <a:effectLst/>
                <a:latin typeface="Courier New" panose="02070309020205020404" pitchFamily="49" charset="0"/>
              </a:rPr>
              <a:t>None</a:t>
            </a:r>
            <a:endParaRPr lang="en-IN" sz="1000" b="0">
              <a:solidFill>
                <a:srgbClr val="000000"/>
              </a:solidFill>
              <a:effectLst/>
              <a:latin typeface="Courier New" panose="02070309020205020404" pitchFamily="49" charset="0"/>
            </a:endParaRPr>
          </a:p>
          <a:p>
            <a:r>
              <a:rPr lang="en-IN" sz="1000" b="0">
                <a:solidFill>
                  <a:srgbClr val="9723B4"/>
                </a:solidFill>
                <a:effectLst/>
                <a:latin typeface="Courier New" panose="02070309020205020404" pitchFamily="49" charset="0"/>
              </a:rPr>
              <a:t>if</a:t>
            </a:r>
            <a:r>
              <a:rPr lang="en-IN" sz="1000" b="0">
                <a:solidFill>
                  <a:srgbClr val="000000"/>
                </a:solidFill>
                <a:effectLst/>
                <a:latin typeface="Courier New" panose="02070309020205020404" pitchFamily="49" charset="0"/>
              </a:rPr>
              <a:t> choice == </a:t>
            </a:r>
            <a:r>
              <a:rPr lang="en-IN" sz="1000" b="0">
                <a:solidFill>
                  <a:srgbClr val="A31515"/>
                </a:solidFill>
                <a:effectLst/>
                <a:latin typeface="Courier New" panose="02070309020205020404" pitchFamily="49" charset="0"/>
              </a:rPr>
              <a:t>"1"</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runtime_celsius = </a:t>
            </a:r>
            <a:r>
              <a:rPr lang="en-IN" sz="1000" b="0">
                <a:solidFill>
                  <a:srgbClr val="257693"/>
                </a:solidFill>
                <a:effectLst/>
                <a:latin typeface="Courier New" panose="02070309020205020404" pitchFamily="49" charset="0"/>
              </a:rPr>
              <a:t>float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input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"Enter temperature in Celsius(°C):"</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p>
          <a:p>
            <a:r>
              <a:rPr lang="en-IN" sz="1000" b="0">
                <a:solidFill>
                  <a:srgbClr val="000000"/>
                </a:solidFill>
                <a:effectLst/>
                <a:latin typeface="Courier New" panose="02070309020205020404" pitchFamily="49" charset="0"/>
              </a:rPr>
              <a:t>   runtime_fahrenheit=</a:t>
            </a:r>
          </a:p>
          <a:p>
            <a:r>
              <a:rPr lang="en-IN" sz="1000">
                <a:solidFill>
                  <a:srgbClr val="000000"/>
                </a:solidFill>
                <a:latin typeface="Courier New" panose="02070309020205020404" pitchFamily="49" charset="0"/>
              </a:rPr>
              <a:t>          </a:t>
            </a:r>
            <a:r>
              <a:rPr lang="en-IN" sz="1000" b="0">
                <a:solidFill>
                  <a:srgbClr val="000000"/>
                </a:solidFill>
                <a:effectLst/>
                <a:latin typeface="Courier New" panose="02070309020205020404" pitchFamily="49" charset="0"/>
              </a:rPr>
              <a:t>(runtime_celsius * </a:t>
            </a:r>
            <a:r>
              <a:rPr lang="en-IN" sz="1000" b="0">
                <a:solidFill>
                  <a:srgbClr val="116644"/>
                </a:solidFill>
                <a:effectLst/>
                <a:latin typeface="Courier New" panose="02070309020205020404" pitchFamily="49" charset="0"/>
              </a:rPr>
              <a:t>9</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5</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32</a:t>
            </a:r>
            <a:endParaRPr lang="en-IN" sz="1000" b="0">
              <a:solidFill>
                <a:srgbClr val="000000"/>
              </a:solidFill>
              <a:effectLst/>
              <a:latin typeface="Courier New" panose="02070309020205020404" pitchFamily="49" charset="0"/>
            </a:endParaRP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"\nCONVERSION RESULT"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{runtime_celsius</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°C = "</a:t>
            </a:r>
            <a:endParaRPr lang="en-IN" sz="1000" b="0">
              <a:solidFill>
                <a:srgbClr val="000000"/>
              </a:solidFill>
              <a:effectLst/>
              <a:latin typeface="Courier New" panose="02070309020205020404" pitchFamily="49" charset="0"/>
            </a:endParaRPr>
          </a:p>
          <a:p>
            <a:r>
              <a:rPr lang="en-IN" sz="1000" b="0">
                <a:solidFill>
                  <a:srgbClr val="000000"/>
                </a:solidFill>
                <a:effectLst/>
                <a:latin typeface="Courier New" panose="02070309020205020404" pitchFamily="49" charset="0"/>
              </a:rPr>
              <a:t>        </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{runtime_fahrenheit</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°F"</a:t>
            </a:r>
            <a:r>
              <a:rPr lang="en-IN" sz="1000" b="0">
                <a:solidFill>
                  <a:srgbClr val="000000"/>
                </a:solidFill>
                <a:effectLst/>
                <a:latin typeface="Courier New" panose="02070309020205020404" pitchFamily="49" charset="0"/>
              </a:rPr>
              <a:t>)</a:t>
            </a:r>
          </a:p>
          <a:p>
            <a:r>
              <a:rPr lang="en-IN" sz="1000" b="0">
                <a:solidFill>
                  <a:srgbClr val="9723B4"/>
                </a:solidFill>
                <a:effectLst/>
                <a:latin typeface="Courier New" panose="02070309020205020404" pitchFamily="49" charset="0"/>
              </a:rPr>
              <a:t>elif</a:t>
            </a:r>
            <a:r>
              <a:rPr lang="en-IN" sz="1000" b="0">
                <a:solidFill>
                  <a:srgbClr val="000000"/>
                </a:solidFill>
                <a:effectLst/>
                <a:latin typeface="Courier New" panose="02070309020205020404" pitchFamily="49" charset="0"/>
              </a:rPr>
              <a:t> choice == </a:t>
            </a:r>
            <a:r>
              <a:rPr lang="en-IN" sz="1000" b="0">
                <a:solidFill>
                  <a:srgbClr val="A31515"/>
                </a:solidFill>
                <a:effectLst/>
                <a:latin typeface="Courier New" panose="02070309020205020404" pitchFamily="49" charset="0"/>
              </a:rPr>
              <a:t>"2"</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runtime_fahrenheit = </a:t>
            </a:r>
            <a:r>
              <a:rPr lang="en-IN" sz="1000" b="0">
                <a:solidFill>
                  <a:srgbClr val="257693"/>
                </a:solidFill>
                <a:effectLst/>
                <a:latin typeface="Courier New" panose="02070309020205020404" pitchFamily="49" charset="0"/>
              </a:rPr>
              <a:t>float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input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"Enter temperature in Fahrenheit (°F): "</a:t>
            </a:r>
            <a:r>
              <a:rPr lang="en-IN" sz="1000" b="0">
                <a:solidFill>
                  <a:srgbClr val="000000"/>
                </a:solidFill>
                <a:effectLst/>
                <a:latin typeface="Courier New" panose="02070309020205020404" pitchFamily="49" charset="0"/>
              </a:rPr>
              <a:t>) )</a:t>
            </a:r>
          </a:p>
          <a:p>
            <a:r>
              <a:rPr lang="en-IN" sz="1000" b="0">
                <a:solidFill>
                  <a:srgbClr val="000000"/>
                </a:solidFill>
                <a:effectLst/>
                <a:latin typeface="Courier New" panose="02070309020205020404" pitchFamily="49" charset="0"/>
              </a:rPr>
              <a:t>    runtime_celsius = (</a:t>
            </a:r>
          </a:p>
          <a:p>
            <a:r>
              <a:rPr lang="en-IN" sz="1000" b="0">
                <a:solidFill>
                  <a:srgbClr val="000000"/>
                </a:solidFill>
                <a:effectLst/>
                <a:latin typeface="Courier New" panose="02070309020205020404" pitchFamily="49" charset="0"/>
              </a:rPr>
              <a:t>        runtime_fahrenheit - </a:t>
            </a:r>
            <a:r>
              <a:rPr lang="en-IN" sz="1000" b="0">
                <a:solidFill>
                  <a:srgbClr val="116644"/>
                </a:solidFill>
                <a:effectLst/>
                <a:latin typeface="Courier New" panose="02070309020205020404" pitchFamily="49" charset="0"/>
              </a:rPr>
              <a:t>32</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5</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9</a:t>
            </a:r>
            <a:endParaRPr lang="en-IN" sz="1000" b="0">
              <a:solidFill>
                <a:srgbClr val="000000"/>
              </a:solidFill>
              <a:effectLst/>
              <a:latin typeface="Courier New" panose="02070309020205020404" pitchFamily="49" charset="0"/>
            </a:endParaRPr>
          </a:p>
          <a:p>
            <a:endParaRPr lang="en-IN" sz="1000" noProof="1">
              <a:latin typeface="+mj-lt"/>
            </a:endParaRPr>
          </a:p>
        </p:txBody>
      </p:sp>
      <p:sp>
        <p:nvSpPr>
          <p:cNvPr id="7" name="Rectangle 6">
            <a:extLst>
              <a:ext uri="{FF2B5EF4-FFF2-40B4-BE49-F238E27FC236}">
                <a16:creationId xmlns:a16="http://schemas.microsoft.com/office/drawing/2014/main" id="{ECB8EC34-CC88-DA43-5CB3-522482C1944D}"/>
              </a:ext>
            </a:extLst>
          </p:cNvPr>
          <p:cNvSpPr/>
          <p:nvPr/>
        </p:nvSpPr>
        <p:spPr>
          <a:xfrm>
            <a:off x="7869539" y="2010495"/>
            <a:ext cx="4051139" cy="4401205"/>
          </a:xfrm>
          <a:prstGeom prst="rect">
            <a:avLst/>
          </a:prstGeom>
          <a:ln w="19050"/>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1" name="TextBox 10">
            <a:extLst>
              <a:ext uri="{FF2B5EF4-FFF2-40B4-BE49-F238E27FC236}">
                <a16:creationId xmlns:a16="http://schemas.microsoft.com/office/drawing/2014/main" id="{C1575C40-220E-491D-2217-3B0F95392F96}"/>
              </a:ext>
            </a:extLst>
          </p:cNvPr>
          <p:cNvSpPr txBox="1"/>
          <p:nvPr/>
        </p:nvSpPr>
        <p:spPr>
          <a:xfrm>
            <a:off x="7839918" y="1349589"/>
            <a:ext cx="3611302" cy="400110"/>
          </a:xfrm>
          <a:prstGeom prst="rect">
            <a:avLst/>
          </a:prstGeom>
          <a:noFill/>
        </p:spPr>
        <p:txBody>
          <a:bodyPr wrap="square" rtlCol="0">
            <a:spAutoFit/>
          </a:bodyPr>
          <a:lstStyle/>
          <a:p>
            <a:r>
              <a:rPr lang="en-IN" sz="2000" b="1" dirty="0"/>
              <a:t>Output:</a:t>
            </a:r>
          </a:p>
        </p:txBody>
      </p:sp>
      <p:sp>
        <p:nvSpPr>
          <p:cNvPr id="8" name="TextBox 7">
            <a:extLst>
              <a:ext uri="{FF2B5EF4-FFF2-40B4-BE49-F238E27FC236}">
                <a16:creationId xmlns:a16="http://schemas.microsoft.com/office/drawing/2014/main" id="{AB6F0766-7E1E-37C1-048E-054A6A17A9E4}"/>
              </a:ext>
            </a:extLst>
          </p:cNvPr>
          <p:cNvSpPr txBox="1"/>
          <p:nvPr/>
        </p:nvSpPr>
        <p:spPr>
          <a:xfrm>
            <a:off x="4328651" y="1396404"/>
            <a:ext cx="3301181" cy="3016210"/>
          </a:xfrm>
          <a:prstGeom prst="rect">
            <a:avLst/>
          </a:prstGeom>
          <a:noFill/>
          <a:ln w="19050">
            <a:solidFill>
              <a:schemeClr val="tx1"/>
            </a:solidFill>
          </a:ln>
        </p:spPr>
        <p:txBody>
          <a:bodyPr wrap="square">
            <a:spAutoFit/>
          </a:bodyPr>
          <a:lstStyle/>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"\nCONVERSION RESULT"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{runtime_fahrenheit</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°F = "</a:t>
            </a:r>
            <a:endParaRPr lang="en-IN" sz="1000" b="0">
              <a:solidFill>
                <a:srgbClr val="000000"/>
              </a:solidFill>
              <a:effectLst/>
              <a:latin typeface="Courier New" panose="02070309020205020404" pitchFamily="49" charset="0"/>
            </a:endParaRPr>
          </a:p>
          <a:p>
            <a:r>
              <a:rPr lang="en-IN" sz="1000" b="0">
                <a:solidFill>
                  <a:srgbClr val="000000"/>
                </a:solidFill>
                <a:effectLst/>
                <a:latin typeface="Courier New" panose="02070309020205020404" pitchFamily="49" charset="0"/>
              </a:rPr>
              <a:t>        </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{runtime_celsius</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°C"</a:t>
            </a:r>
            <a:r>
              <a:rPr lang="en-IN" sz="1000" b="0">
                <a:solidFill>
                  <a:srgbClr val="000000"/>
                </a:solidFill>
                <a:effectLst/>
                <a:latin typeface="Courier New" panose="02070309020205020404" pitchFamily="49" charset="0"/>
              </a:rPr>
              <a:t>)</a:t>
            </a:r>
          </a:p>
          <a:p>
            <a:r>
              <a:rPr lang="en-IN" sz="1000" b="0">
                <a:solidFill>
                  <a:srgbClr val="9723B4"/>
                </a:solidFill>
                <a:effectLst/>
                <a:latin typeface="Courier New" panose="02070309020205020404" pitchFamily="49" charset="0"/>
              </a:rPr>
              <a:t>else</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"\nInvalid choice!"</a:t>
            </a:r>
            <a:r>
              <a:rPr lang="en-IN" sz="1000" b="0">
                <a:solidFill>
                  <a:srgbClr val="000000"/>
                </a:solidFill>
                <a:effectLst/>
                <a:latin typeface="Courier New" panose="02070309020205020404" pitchFamily="49" charset="0"/>
              </a:rPr>
              <a:t>)</a:t>
            </a:r>
          </a:p>
          <a:p>
            <a:r>
              <a:rPr lang="en-IN" sz="1000" b="0">
                <a:solidFill>
                  <a:srgbClr val="9723B4"/>
                </a:solidFill>
                <a:effectLst/>
                <a:latin typeface="Courier New" panose="02070309020205020404" pitchFamily="49" charset="0"/>
              </a:rPr>
              <a:t>if</a:t>
            </a:r>
            <a:r>
              <a:rPr lang="en-IN" sz="1000" b="0">
                <a:solidFill>
                  <a:srgbClr val="000000"/>
                </a:solidFill>
                <a:effectLst/>
                <a:latin typeface="Courier New" panose="02070309020205020404" pitchFamily="49" charset="0"/>
              </a:rPr>
              <a:t> choice </a:t>
            </a:r>
            <a:r>
              <a:rPr lang="en-IN" sz="1000" b="0">
                <a:solidFill>
                  <a:srgbClr val="0000FF"/>
                </a:solidFill>
                <a:effectLst/>
                <a:latin typeface="Courier New" panose="02070309020205020404" pitchFamily="49" charset="0"/>
              </a:rPr>
              <a:t>in</a:t>
            </a:r>
            <a:r>
              <a:rPr lang="en-IN" sz="1000" b="0">
                <a:solidFill>
                  <a:srgbClr val="000000"/>
                </a:solidFill>
                <a:effectLst/>
                <a:latin typeface="Courier New" panose="02070309020205020404" pitchFamily="49" charset="0"/>
              </a:rPr>
              <a:t> (</a:t>
            </a:r>
            <a:r>
              <a:rPr lang="en-IN" sz="1000" b="0">
                <a:solidFill>
                  <a:srgbClr val="A31515"/>
                </a:solidFill>
                <a:effectLst/>
                <a:latin typeface="Courier New" panose="02070309020205020404" pitchFamily="49" charset="0"/>
              </a:rPr>
              <a:t>"1"</a:t>
            </a:r>
            <a:r>
              <a:rPr lang="en-IN" sz="1000" b="0">
                <a:solidFill>
                  <a:srgbClr val="000000"/>
                </a:solidFill>
                <a:effectLst/>
                <a:latin typeface="Courier New" panose="02070309020205020404" pitchFamily="49" charset="0"/>
              </a:rPr>
              <a:t>, </a:t>
            </a:r>
            <a:r>
              <a:rPr lang="en-IN" sz="1000" b="0">
                <a:solidFill>
                  <a:srgbClr val="A31515"/>
                </a:solidFill>
                <a:effectLst/>
                <a:latin typeface="Courier New" panose="02070309020205020404" pitchFamily="49" charset="0"/>
              </a:rPr>
              <a:t>"2"</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"\n"</a:t>
            </a:r>
            <a:r>
              <a:rPr lang="en-IN" sz="1000" b="0">
                <a:solidFill>
                  <a:srgbClr val="000000"/>
                </a:solidFill>
                <a:effectLst/>
                <a:latin typeface="Courier New" panose="02070309020205020404" pitchFamily="49" charset="0"/>
              </a:rPr>
              <a:t> + </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60</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"YOUR RUNTIME CONVERSION RESULT"</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60</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"Temperature in Celsius: </a:t>
            </a:r>
            <a:r>
              <a:rPr lang="en-IN" sz="1000" b="0">
                <a:solidFill>
                  <a:srgbClr val="000000"/>
                </a:solidFill>
                <a:effectLst/>
                <a:latin typeface="Courier New" panose="02070309020205020404" pitchFamily="49" charset="0"/>
              </a:rPr>
              <a:t>{runtime_celsius</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°C"</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0000FF"/>
                </a:solidFill>
                <a:effectLst/>
                <a:latin typeface="Courier New" panose="02070309020205020404" pitchFamily="49" charset="0"/>
              </a:rPr>
              <a:t>f</a:t>
            </a:r>
            <a:r>
              <a:rPr lang="en-IN" sz="1000" b="0">
                <a:solidFill>
                  <a:srgbClr val="A31515"/>
                </a:solidFill>
                <a:effectLst/>
                <a:latin typeface="Courier New" panose="02070309020205020404" pitchFamily="49" charset="0"/>
              </a:rPr>
              <a:t>"Temperature in Fahrenheit: </a:t>
            </a:r>
            <a:r>
              <a:rPr lang="en-IN" sz="1000" b="0">
                <a:solidFill>
                  <a:srgbClr val="000000"/>
                </a:solidFill>
                <a:effectLst/>
                <a:latin typeface="Courier New" panose="02070309020205020404" pitchFamily="49" charset="0"/>
              </a:rPr>
              <a:t>{runtime_fahrenheit</a:t>
            </a:r>
            <a:r>
              <a:rPr lang="en-IN" sz="1000" b="0">
                <a:solidFill>
                  <a:srgbClr val="116644"/>
                </a:solidFill>
                <a:effectLst/>
                <a:latin typeface="Courier New" panose="02070309020205020404" pitchFamily="49" charset="0"/>
              </a:rPr>
              <a:t>:.2f</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 °F"</a:t>
            </a:r>
            <a:r>
              <a:rPr lang="en-IN" sz="1000" b="0">
                <a:solidFill>
                  <a:srgbClr val="000000"/>
                </a:solidFill>
                <a:effectLst/>
                <a:latin typeface="Courier New" panose="02070309020205020404" pitchFamily="49" charset="0"/>
              </a:rPr>
              <a:t>)</a:t>
            </a:r>
          </a:p>
          <a:p>
            <a:r>
              <a:rPr lang="en-IN" sz="1000" b="0">
                <a:solidFill>
                  <a:srgbClr val="000000"/>
                </a:solidFill>
                <a:effectLst/>
                <a:latin typeface="Courier New" panose="02070309020205020404" pitchFamily="49" charset="0"/>
              </a:rPr>
              <a:t>    </a:t>
            </a:r>
            <a:r>
              <a:rPr lang="en-IN" sz="1000" b="0">
                <a:solidFill>
                  <a:srgbClr val="6A5221"/>
                </a:solidFill>
                <a:effectLst/>
                <a:latin typeface="Courier New" panose="02070309020205020404" pitchFamily="49" charset="0"/>
              </a:rPr>
              <a:t>print</a:t>
            </a:r>
            <a:r>
              <a:rPr lang="en-IN" sz="1000" b="0">
                <a:solidFill>
                  <a:srgbClr val="000000"/>
                </a:solidFill>
                <a:effectLst/>
                <a:latin typeface="Courier New" panose="02070309020205020404" pitchFamily="49" charset="0"/>
              </a:rPr>
              <a:t>(</a:t>
            </a:r>
            <a:r>
              <a:rPr lang="en-IN" sz="1000" b="0">
                <a:solidFill>
                  <a:srgbClr val="A31515"/>
                </a:solidFill>
                <a:effectLst/>
                <a:latin typeface="Courier New" panose="02070309020205020404" pitchFamily="49" charset="0"/>
              </a:rPr>
              <a:t>"="</a:t>
            </a:r>
            <a:r>
              <a:rPr lang="en-IN" sz="1000" b="0">
                <a:solidFill>
                  <a:srgbClr val="000000"/>
                </a:solidFill>
                <a:effectLst/>
                <a:latin typeface="Courier New" panose="02070309020205020404" pitchFamily="49" charset="0"/>
              </a:rPr>
              <a:t> * </a:t>
            </a:r>
            <a:r>
              <a:rPr lang="en-IN" sz="1000" b="0">
                <a:solidFill>
                  <a:srgbClr val="116644"/>
                </a:solidFill>
                <a:effectLst/>
                <a:latin typeface="Courier New" panose="02070309020205020404" pitchFamily="49" charset="0"/>
              </a:rPr>
              <a:t>60</a:t>
            </a:r>
            <a:r>
              <a:rPr lang="en-IN" sz="1000" b="0">
                <a:solidFill>
                  <a:srgbClr val="000000"/>
                </a:solidFill>
                <a:effectLst/>
                <a:latin typeface="Courier New" panose="02070309020205020404" pitchFamily="49" charset="0"/>
              </a:rPr>
              <a:t>)</a:t>
            </a:r>
          </a:p>
          <a:p>
            <a:endParaRPr lang="en-IN" sz="1000" noProof="1">
              <a:latin typeface="+mj-lt"/>
            </a:endParaRPr>
          </a:p>
        </p:txBody>
      </p:sp>
      <p:pic>
        <p:nvPicPr>
          <p:cNvPr id="12" name="Picture 11">
            <a:extLst>
              <a:ext uri="{FF2B5EF4-FFF2-40B4-BE49-F238E27FC236}">
                <a16:creationId xmlns:a16="http://schemas.microsoft.com/office/drawing/2014/main" id="{FA5230B8-1665-F503-D30D-EE05EC067A2D}"/>
              </a:ext>
            </a:extLst>
          </p:cNvPr>
          <p:cNvPicPr>
            <a:picLocks noChangeAspect="1"/>
          </p:cNvPicPr>
          <p:nvPr/>
        </p:nvPicPr>
        <p:blipFill>
          <a:blip r:embed="rId3"/>
          <a:srcRect r="12339"/>
          <a:stretch/>
        </p:blipFill>
        <p:spPr>
          <a:xfrm>
            <a:off x="7869539" y="2104103"/>
            <a:ext cx="3929170" cy="4129549"/>
          </a:xfrm>
          <a:prstGeom prst="rect">
            <a:avLst/>
          </a:prstGeom>
          <a:ln>
            <a:noFill/>
          </a:ln>
          <a:effectLst>
            <a:softEdge rad="112500"/>
          </a:effectLst>
        </p:spPr>
      </p:pic>
    </p:spTree>
    <p:extLst>
      <p:ext uri="{BB962C8B-B14F-4D97-AF65-F5344CB8AC3E}">
        <p14:creationId xmlns:p14="http://schemas.microsoft.com/office/powerpoint/2010/main" val="96371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01820"/>
            <a:ext cx="4078809" cy="492443"/>
          </a:xfrm>
          <a:prstGeom prst="rect">
            <a:avLst/>
          </a:prstGeom>
          <a:noFill/>
        </p:spPr>
        <p:txBody>
          <a:bodyPr wrap="none">
            <a:spAutoFit/>
          </a:bodyPr>
          <a:lstStyle/>
          <a:p>
            <a:pPr>
              <a:defRPr sz="2600" b="1">
                <a:solidFill>
                  <a:srgbClr val="1F3756"/>
                </a:solidFill>
              </a:defRPr>
            </a:pPr>
            <a:r>
              <a:rPr dirty="0"/>
              <a:t>PROJECT IMPLEMENTATION </a:t>
            </a:r>
          </a:p>
        </p:txBody>
      </p:sp>
      <p:sp>
        <p:nvSpPr>
          <p:cNvPr id="5" name="Rounded Rectangle 4"/>
          <p:cNvSpPr/>
          <p:nvPr/>
        </p:nvSpPr>
        <p:spPr>
          <a:xfrm>
            <a:off x="7406640" y="1729003"/>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47246" y="1882748"/>
            <a:ext cx="3648456" cy="515526"/>
          </a:xfrm>
          <a:prstGeom prst="rect">
            <a:avLst/>
          </a:prstGeom>
          <a:noFill/>
        </p:spPr>
        <p:txBody>
          <a:bodyPr wrap="square">
            <a:spAutoFit/>
          </a:bodyPr>
          <a:lstStyle/>
          <a:p>
            <a:pPr>
              <a:defRPr sz="1500" b="1">
                <a:solidFill>
                  <a:srgbClr val="1F3756"/>
                </a:solidFill>
              </a:defRPr>
            </a:pPr>
            <a:r>
              <a:rPr dirty="0"/>
              <a:t>Model</a:t>
            </a:r>
          </a:p>
          <a:p>
            <a:pPr>
              <a:defRPr sz="1250">
                <a:solidFill>
                  <a:srgbClr val="2D2D2D"/>
                </a:solidFill>
              </a:defRPr>
            </a:pPr>
            <a:r>
              <a:rPr lang="en-IN" sz="1200" dirty="0"/>
              <a:t>Statistical Data Analysis Model </a:t>
            </a:r>
            <a:endParaRPr sz="1200" dirty="0"/>
          </a:p>
        </p:txBody>
      </p:sp>
      <p:sp>
        <p:nvSpPr>
          <p:cNvPr id="7" name="Rounded Rectangle 6"/>
          <p:cNvSpPr/>
          <p:nvPr/>
        </p:nvSpPr>
        <p:spPr>
          <a:xfrm>
            <a:off x="7406640" y="2872003"/>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71231" y="2908179"/>
            <a:ext cx="3648456" cy="692497"/>
          </a:xfrm>
          <a:prstGeom prst="rect">
            <a:avLst/>
          </a:prstGeom>
          <a:noFill/>
        </p:spPr>
        <p:txBody>
          <a:bodyPr wrap="square">
            <a:spAutoFit/>
          </a:bodyPr>
          <a:lstStyle/>
          <a:p>
            <a:pPr>
              <a:defRPr sz="1500" b="1">
                <a:solidFill>
                  <a:srgbClr val="1F3756"/>
                </a:solidFill>
              </a:defRPr>
            </a:pPr>
            <a:r>
              <a:rPr lang="en-IN" sz="1500"/>
              <a:t>Model Preprocessing pipeline</a:t>
            </a:r>
          </a:p>
          <a:p>
            <a:pPr>
              <a:defRPr sz="1250">
                <a:solidFill>
                  <a:srgbClr val="2D2D2D"/>
                </a:solidFill>
              </a:defRPr>
            </a:pPr>
            <a:r>
              <a:rPr lang="en-IN" sz="1200">
                <a:solidFill>
                  <a:schemeClr val="tx1">
                    <a:lumMod val="95000"/>
                    <a:lumOff val="5000"/>
                  </a:schemeClr>
                </a:solidFill>
              </a:rPr>
              <a:t>Load CSV -&gt; Remove duplicates-&gt; Handle missing values -&gt; Convert data -&gt; Sort data -&gt; Prepare cleaned dataset</a:t>
            </a:r>
          </a:p>
        </p:txBody>
      </p:sp>
      <p:sp>
        <p:nvSpPr>
          <p:cNvPr id="9" name="Rounded Rectangle 8"/>
          <p:cNvSpPr/>
          <p:nvPr/>
        </p:nvSpPr>
        <p:spPr>
          <a:xfrm>
            <a:off x="7406640" y="4060723"/>
            <a:ext cx="3977639" cy="96012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71231" y="4188738"/>
            <a:ext cx="3648456" cy="515526"/>
          </a:xfrm>
          <a:prstGeom prst="rect">
            <a:avLst/>
          </a:prstGeom>
          <a:noFill/>
        </p:spPr>
        <p:txBody>
          <a:bodyPr wrap="square">
            <a:spAutoFit/>
          </a:bodyPr>
          <a:lstStyle/>
          <a:p>
            <a:pPr>
              <a:defRPr sz="1500" b="1">
                <a:solidFill>
                  <a:srgbClr val="1F3756"/>
                </a:solidFill>
              </a:defRPr>
            </a:pPr>
            <a:r>
              <a:rPr dirty="0"/>
              <a:t>Split</a:t>
            </a:r>
          </a:p>
          <a:p>
            <a:pPr>
              <a:defRPr sz="1250">
                <a:solidFill>
                  <a:srgbClr val="2D2D2D"/>
                </a:solidFill>
              </a:defRPr>
            </a:pPr>
            <a:r>
              <a:rPr lang="en-US" sz="1200"/>
              <a:t>Not Applicable (No ML Model) </a:t>
            </a:r>
            <a:endParaRPr lang="en-US" sz="1200" dirty="0"/>
          </a:p>
        </p:txBody>
      </p:sp>
      <p:sp>
        <p:nvSpPr>
          <p:cNvPr id="11" name="Rounded Rectangle 10"/>
          <p:cNvSpPr/>
          <p:nvPr/>
        </p:nvSpPr>
        <p:spPr>
          <a:xfrm>
            <a:off x="7406640" y="5249443"/>
            <a:ext cx="3977639" cy="82296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71231" y="5377459"/>
            <a:ext cx="3648456" cy="515526"/>
          </a:xfrm>
          <a:prstGeom prst="rect">
            <a:avLst/>
          </a:prstGeom>
          <a:noFill/>
        </p:spPr>
        <p:txBody>
          <a:bodyPr wrap="square">
            <a:spAutoFit/>
          </a:bodyPr>
          <a:lstStyle/>
          <a:p>
            <a:pPr>
              <a:defRPr sz="1500" b="1">
                <a:solidFill>
                  <a:srgbClr val="1F3756"/>
                </a:solidFill>
              </a:defRPr>
            </a:pPr>
            <a:r>
              <a:rPr dirty="0"/>
              <a:t>Execution</a:t>
            </a:r>
          </a:p>
          <a:p>
            <a:pPr>
              <a:defRPr sz="1250">
                <a:solidFill>
                  <a:srgbClr val="2D2D2D"/>
                </a:solidFill>
              </a:defRPr>
            </a:pPr>
            <a:r>
              <a:rPr lang="en-US" sz="1200" dirty="0"/>
              <a:t>Clean data → analyze → visualize results. </a:t>
            </a:r>
            <a:endParaRPr sz="1200" dirty="0"/>
          </a:p>
        </p:txBody>
      </p:sp>
      <p:pic>
        <p:nvPicPr>
          <p:cNvPr id="14" name="object 3">
            <a:extLst>
              <a:ext uri="{FF2B5EF4-FFF2-40B4-BE49-F238E27FC236}">
                <a16:creationId xmlns:a16="http://schemas.microsoft.com/office/drawing/2014/main" id="{7905F141-1165-1D8F-38D5-D3DA5A82C156}"/>
              </a:ext>
            </a:extLst>
          </p:cNvPr>
          <p:cNvPicPr/>
          <p:nvPr/>
        </p:nvPicPr>
        <p:blipFill>
          <a:blip r:embed="rId2" cstate="print"/>
          <a:stretch>
            <a:fillRect/>
          </a:stretch>
        </p:blipFill>
        <p:spPr>
          <a:xfrm>
            <a:off x="290750" y="204310"/>
            <a:ext cx="1361070" cy="499189"/>
          </a:xfrm>
          <a:prstGeom prst="rect">
            <a:avLst/>
          </a:prstGeom>
        </p:spPr>
      </p:pic>
      <p:sp>
        <p:nvSpPr>
          <p:cNvPr id="16" name="TextBox 15">
            <a:extLst>
              <a:ext uri="{FF2B5EF4-FFF2-40B4-BE49-F238E27FC236}">
                <a16:creationId xmlns:a16="http://schemas.microsoft.com/office/drawing/2014/main" id="{AA593398-DCFB-B55C-DDAF-DA2A4A66923D}"/>
              </a:ext>
            </a:extLst>
          </p:cNvPr>
          <p:cNvSpPr txBox="1"/>
          <p:nvPr/>
        </p:nvSpPr>
        <p:spPr>
          <a:xfrm>
            <a:off x="412671" y="1396180"/>
            <a:ext cx="5796105" cy="5170646"/>
          </a:xfrm>
          <a:prstGeom prst="rect">
            <a:avLst/>
          </a:prstGeom>
          <a:noFill/>
          <a:ln w="19050">
            <a:solidFill>
              <a:schemeClr val="tx1"/>
            </a:solidFill>
          </a:ln>
        </p:spPr>
        <p:txBody>
          <a:bodyPr wrap="square">
            <a:spAutoFit/>
          </a:bodyPr>
          <a:lstStyle/>
          <a:p>
            <a:r>
              <a:rPr lang="en-IN" sz="1100" noProof="1">
                <a:latin typeface="Consolas" panose="020B0609020204030204" pitchFamily="49" charset="0"/>
              </a:rPr>
              <a:t>print("Minimum Temperature:", round(df.Temperature.min(), 2), "°C")</a:t>
            </a:r>
          </a:p>
          <a:p>
            <a:r>
              <a:rPr lang="en-IN" sz="1100" noProof="1">
                <a:latin typeface="Consolas" panose="020B0609020204030204" pitchFamily="49" charset="0"/>
              </a:rPr>
              <a:t>print("Maximum Temperature:", round(df.Temperature.max(), 2), "°C")</a:t>
            </a:r>
          </a:p>
          <a:p>
            <a:r>
              <a:rPr lang="en-IN" sz="1100" noProof="1">
                <a:latin typeface="Consolas" panose="020B0609020204030204" pitchFamily="49" charset="0"/>
              </a:rPr>
              <a:t>print("Average Temperature:", round(df.Temperature.mean(), 2), "°C")</a:t>
            </a:r>
          </a:p>
          <a:p>
            <a:endParaRPr lang="en-IN" sz="1100" noProof="1">
              <a:latin typeface="Consolas" panose="020B0609020204030204" pitchFamily="49" charset="0"/>
            </a:endParaRPr>
          </a:p>
          <a:p>
            <a:r>
              <a:rPr lang="en-IN" sz="1100" noProof="1">
                <a:latin typeface="Consolas" panose="020B0609020204030204" pitchFamily="49" charset="0"/>
              </a:rPr>
              <a:t>print("Minimum Humidity:", round(df.Humidity.min(), 2), "%")</a:t>
            </a:r>
          </a:p>
          <a:p>
            <a:r>
              <a:rPr lang="en-IN" sz="1100" noProof="1">
                <a:latin typeface="Consolas" panose="020B0609020204030204" pitchFamily="49" charset="0"/>
              </a:rPr>
              <a:t>print("Maximum Humidity:", round(df.Humidity.max(), 2), "%")</a:t>
            </a:r>
          </a:p>
          <a:p>
            <a:r>
              <a:rPr lang="en-IN" sz="1100" noProof="1">
                <a:latin typeface="Consolas" panose="020B0609020204030204" pitchFamily="49" charset="0"/>
              </a:rPr>
              <a:t>print("Average Humidity:", round(df.Humidity.mean(), 2), "%")</a:t>
            </a:r>
          </a:p>
          <a:p>
            <a:r>
              <a:rPr lang="en-IN" sz="1100" noProof="1">
                <a:latin typeface="Consolas" panose="020B0609020204030204" pitchFamily="49" charset="0"/>
              </a:rPr>
              <a:t>weather = df.Weather.value_counts()</a:t>
            </a:r>
          </a:p>
          <a:p>
            <a:r>
              <a:rPr lang="en-IN" sz="1100" noProof="1">
                <a:latin typeface="Consolas" panose="020B0609020204030204" pitchFamily="49" charset="0"/>
              </a:rPr>
              <a:t>print("Most Common Weather:", weather.idxmax())</a:t>
            </a:r>
          </a:p>
          <a:p>
            <a:endParaRPr lang="en-IN" sz="1100" noProof="1">
              <a:latin typeface="Consolas" panose="020B0609020204030204" pitchFamily="49" charset="0"/>
            </a:endParaRPr>
          </a:p>
          <a:p>
            <a:r>
              <a:rPr lang="en-IN" sz="1100" noProof="1">
                <a:latin typeface="Consolas" panose="020B0609020204030204" pitchFamily="49" charset="0"/>
              </a:rPr>
              <a:t># Line graph</a:t>
            </a:r>
          </a:p>
          <a:p>
            <a:r>
              <a:rPr lang="en-IN" sz="1100" noProof="1">
                <a:latin typeface="Consolas" panose="020B0609020204030204" pitchFamily="49" charset="0"/>
              </a:rPr>
              <a:t>plt.figure(figsize=(10,5))</a:t>
            </a:r>
          </a:p>
          <a:p>
            <a:r>
              <a:rPr lang="en-IN" sz="1100" noProof="1">
                <a:latin typeface="Consolas" panose="020B0609020204030204" pitchFamily="49" charset="0"/>
              </a:rPr>
              <a:t>plt.plot(df.Date, df.Temperature, marker="o")</a:t>
            </a:r>
          </a:p>
          <a:p>
            <a:r>
              <a:rPr lang="en-IN" sz="1100" noProof="1">
                <a:latin typeface="Consolas" panose="020B0609020204030204" pitchFamily="49" charset="0"/>
              </a:rPr>
              <a:t>plt.title("Temperature Trend Over Time")</a:t>
            </a:r>
          </a:p>
          <a:p>
            <a:r>
              <a:rPr lang="en-IN" sz="1100" noProof="1">
                <a:latin typeface="Consolas" panose="020B0609020204030204" pitchFamily="49" charset="0"/>
              </a:rPr>
              <a:t>plt.xlabel("Date")</a:t>
            </a:r>
          </a:p>
          <a:p>
            <a:r>
              <a:rPr lang="en-IN" sz="1100" noProof="1">
                <a:latin typeface="Consolas" panose="020B0609020204030204" pitchFamily="49" charset="0"/>
              </a:rPr>
              <a:t>plt.ylabel("Temperature (°C)")</a:t>
            </a:r>
          </a:p>
          <a:p>
            <a:r>
              <a:rPr lang="en-IN" sz="1100" noProof="1">
                <a:latin typeface="Consolas" panose="020B0609020204030204" pitchFamily="49" charset="0"/>
              </a:rPr>
              <a:t>plt.xticks(rotation=45)</a:t>
            </a:r>
          </a:p>
          <a:p>
            <a:r>
              <a:rPr lang="en-IN" sz="1100" noProof="1">
                <a:latin typeface="Consolas" panose="020B0609020204030204" pitchFamily="49" charset="0"/>
              </a:rPr>
              <a:t>plt.grid(True)</a:t>
            </a:r>
          </a:p>
          <a:p>
            <a:r>
              <a:rPr lang="en-IN" sz="1100" noProof="1">
                <a:latin typeface="Consolas" panose="020B0609020204030204" pitchFamily="49" charset="0"/>
              </a:rPr>
              <a:t>plt.tight_layout()</a:t>
            </a:r>
          </a:p>
          <a:p>
            <a:r>
              <a:rPr lang="en-IN" sz="1100" noProof="1">
                <a:latin typeface="Consolas" panose="020B0609020204030204" pitchFamily="49" charset="0"/>
              </a:rPr>
              <a:t>plt.show()</a:t>
            </a:r>
          </a:p>
          <a:p>
            <a:endParaRPr lang="en-IN" sz="1100" noProof="1">
              <a:latin typeface="Consolas" panose="020B0609020204030204" pitchFamily="49" charset="0"/>
            </a:endParaRPr>
          </a:p>
          <a:p>
            <a:r>
              <a:rPr lang="en-IN" sz="1100" noProof="1">
                <a:latin typeface="Consolas" panose="020B0609020204030204" pitchFamily="49" charset="0"/>
              </a:rPr>
              <a:t># Histogram</a:t>
            </a:r>
          </a:p>
          <a:p>
            <a:r>
              <a:rPr lang="en-IN" sz="1100" noProof="1">
                <a:latin typeface="Consolas" panose="020B0609020204030204" pitchFamily="49" charset="0"/>
              </a:rPr>
              <a:t>plt.figure(figsize=(8,5))</a:t>
            </a:r>
          </a:p>
          <a:p>
            <a:r>
              <a:rPr lang="en-IN" sz="1100" noProof="1">
                <a:latin typeface="Consolas" panose="020B0609020204030204" pitchFamily="49" charset="0"/>
              </a:rPr>
              <a:t>plt.hist(df.Temperature, bins=10, edgecolor="black")</a:t>
            </a:r>
          </a:p>
          <a:p>
            <a:r>
              <a:rPr lang="en-IN" sz="1100" noProof="1">
                <a:latin typeface="Consolas" panose="020B0609020204030204" pitchFamily="49" charset="0"/>
              </a:rPr>
              <a:t>plt.title("Temperature Distribution")</a:t>
            </a:r>
          </a:p>
          <a:p>
            <a:r>
              <a:rPr lang="en-IN" sz="1100" noProof="1">
                <a:latin typeface="Consolas" panose="020B0609020204030204" pitchFamily="49" charset="0"/>
              </a:rPr>
              <a:t>plt.xlabel("Temperature (°C)")</a:t>
            </a:r>
          </a:p>
          <a:p>
            <a:r>
              <a:rPr lang="en-IN" sz="1100" noProof="1">
                <a:latin typeface="Consolas" panose="020B0609020204030204" pitchFamily="49" charset="0"/>
              </a:rPr>
              <a:t>plt.ylabel("Frequency")</a:t>
            </a:r>
          </a:p>
          <a:p>
            <a:r>
              <a:rPr lang="en-IN" sz="1100" noProof="1">
                <a:latin typeface="Consolas" panose="020B0609020204030204" pitchFamily="49" charset="0"/>
              </a:rPr>
              <a:t>plt.grid(True)</a:t>
            </a:r>
          </a:p>
          <a:p>
            <a:r>
              <a:rPr lang="en-IN" sz="1100" noProof="1">
                <a:latin typeface="Consolas" panose="020B0609020204030204" pitchFamily="49" charset="0"/>
              </a:rPr>
              <a:t>plt.show()</a:t>
            </a:r>
            <a:endParaRPr lang="en-IN" sz="1600" dirty="0">
              <a:latin typeface="Consolas" panose="020B0609020204030204" pitchFamily="49"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703499"/>
            <a:ext cx="10972800" cy="594360"/>
          </a:xfrm>
          <a:prstGeom prst="rect">
            <a:avLst/>
          </a:prstGeom>
          <a:noFill/>
        </p:spPr>
        <p:txBody>
          <a:bodyPr wrap="none">
            <a:spAutoFit/>
          </a:bodyPr>
          <a:lstStyle/>
          <a:p>
            <a:pPr>
              <a:defRPr sz="2600" b="1">
                <a:solidFill>
                  <a:srgbClr val="1F3756"/>
                </a:solidFill>
              </a:defRPr>
            </a:pPr>
            <a:r>
              <a:t>DATA ANALYSIS — EXPLORATORY RESULTS</a:t>
            </a:r>
          </a:p>
        </p:txBody>
      </p:sp>
      <p:pic>
        <p:nvPicPr>
          <p:cNvPr id="11" name="object 3">
            <a:extLst>
              <a:ext uri="{FF2B5EF4-FFF2-40B4-BE49-F238E27FC236}">
                <a16:creationId xmlns:a16="http://schemas.microsoft.com/office/drawing/2014/main" id="{E4A859EE-741D-B4F6-E043-811D2DE69FF7}"/>
              </a:ext>
            </a:extLst>
          </p:cNvPr>
          <p:cNvPicPr/>
          <p:nvPr/>
        </p:nvPicPr>
        <p:blipFill>
          <a:blip r:embed="rId2" cstate="print"/>
          <a:stretch>
            <a:fillRect/>
          </a:stretch>
        </p:blipFill>
        <p:spPr>
          <a:xfrm>
            <a:off x="290750" y="204310"/>
            <a:ext cx="1361070" cy="499189"/>
          </a:xfrm>
          <a:prstGeom prst="rect">
            <a:avLst/>
          </a:prstGeom>
        </p:spPr>
      </p:pic>
      <p:pic>
        <p:nvPicPr>
          <p:cNvPr id="5" name="Picture 4" descr="A graph showing the temperature trend&#10;&#10;Description automatically generated">
            <a:extLst>
              <a:ext uri="{FF2B5EF4-FFF2-40B4-BE49-F238E27FC236}">
                <a16:creationId xmlns:a16="http://schemas.microsoft.com/office/drawing/2014/main" id="{001476FA-CB3E-6CCA-751C-1EF36CBD5512}"/>
              </a:ext>
            </a:extLst>
          </p:cNvPr>
          <p:cNvPicPr>
            <a:picLocks noChangeAspect="1"/>
          </p:cNvPicPr>
          <p:nvPr/>
        </p:nvPicPr>
        <p:blipFill>
          <a:blip r:embed="rId3"/>
          <a:stretch>
            <a:fillRect/>
          </a:stretch>
        </p:blipFill>
        <p:spPr>
          <a:xfrm>
            <a:off x="594360" y="1455420"/>
            <a:ext cx="5456903" cy="4955540"/>
          </a:xfrm>
          <a:prstGeom prst="rect">
            <a:avLst/>
          </a:prstGeom>
        </p:spPr>
      </p:pic>
      <p:pic>
        <p:nvPicPr>
          <p:cNvPr id="9" name="Picture 8" descr="A graph showing the temperature of a temperature&#10;&#10;Description automatically generated">
            <a:extLst>
              <a:ext uri="{FF2B5EF4-FFF2-40B4-BE49-F238E27FC236}">
                <a16:creationId xmlns:a16="http://schemas.microsoft.com/office/drawing/2014/main" id="{342495E4-4CE2-3855-121C-A0E17F40B0E1}"/>
              </a:ext>
            </a:extLst>
          </p:cNvPr>
          <p:cNvPicPr>
            <a:picLocks noChangeAspect="1"/>
          </p:cNvPicPr>
          <p:nvPr/>
        </p:nvPicPr>
        <p:blipFill>
          <a:blip r:embed="rId4"/>
          <a:stretch>
            <a:fillRect/>
          </a:stretch>
        </p:blipFill>
        <p:spPr>
          <a:xfrm>
            <a:off x="6095847" y="1440916"/>
            <a:ext cx="5560490" cy="461444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FD5EA4C-C401-9F95-B402-63D9FC895786}"/>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object 3">
            <a:extLst>
              <a:ext uri="{FF2B5EF4-FFF2-40B4-BE49-F238E27FC236}">
                <a16:creationId xmlns:a16="http://schemas.microsoft.com/office/drawing/2014/main" id="{04FFE0E5-4AB0-BEA3-FDD2-4239E10DED06}"/>
              </a:ext>
            </a:extLst>
          </p:cNvPr>
          <p:cNvPicPr/>
          <p:nvPr/>
        </p:nvPicPr>
        <p:blipFill>
          <a:blip r:embed="rId2" cstate="print"/>
          <a:stretch>
            <a:fillRect/>
          </a:stretch>
        </p:blipFill>
        <p:spPr>
          <a:xfrm>
            <a:off x="290750" y="204310"/>
            <a:ext cx="1361070" cy="499189"/>
          </a:xfrm>
          <a:prstGeom prst="rect">
            <a:avLst/>
          </a:prstGeom>
        </p:spPr>
      </p:pic>
      <p:pic>
        <p:nvPicPr>
          <p:cNvPr id="6" name="Picture 5" descr="A graph showing the temperature of a person&#10;&#10;Description automatically generated with medium confidence">
            <a:extLst>
              <a:ext uri="{FF2B5EF4-FFF2-40B4-BE49-F238E27FC236}">
                <a16:creationId xmlns:a16="http://schemas.microsoft.com/office/drawing/2014/main" id="{62653EBB-D0E3-8BDC-B2B8-EFE2D589A2A5}"/>
              </a:ext>
            </a:extLst>
          </p:cNvPr>
          <p:cNvPicPr>
            <a:picLocks noChangeAspect="1"/>
          </p:cNvPicPr>
          <p:nvPr/>
        </p:nvPicPr>
        <p:blipFill>
          <a:blip r:embed="rId3"/>
          <a:stretch>
            <a:fillRect/>
          </a:stretch>
        </p:blipFill>
        <p:spPr>
          <a:xfrm>
            <a:off x="224128" y="1155713"/>
            <a:ext cx="5871719" cy="5153647"/>
          </a:xfrm>
          <a:prstGeom prst="rect">
            <a:avLst/>
          </a:prstGeom>
        </p:spPr>
      </p:pic>
      <p:pic>
        <p:nvPicPr>
          <p:cNvPr id="8" name="Picture 7" descr="A graph showing the temperature and humidity&#10;&#10;Description automatically generated">
            <a:extLst>
              <a:ext uri="{FF2B5EF4-FFF2-40B4-BE49-F238E27FC236}">
                <a16:creationId xmlns:a16="http://schemas.microsoft.com/office/drawing/2014/main" id="{89C3C2C0-D5D2-72AC-D93C-8CA7431F37D6}"/>
              </a:ext>
            </a:extLst>
          </p:cNvPr>
          <p:cNvPicPr>
            <a:picLocks noChangeAspect="1"/>
          </p:cNvPicPr>
          <p:nvPr/>
        </p:nvPicPr>
        <p:blipFill>
          <a:blip r:embed="rId4"/>
          <a:stretch>
            <a:fillRect/>
          </a:stretch>
        </p:blipFill>
        <p:spPr>
          <a:xfrm>
            <a:off x="6004559" y="1155712"/>
            <a:ext cx="5730241" cy="4930128"/>
          </a:xfrm>
          <a:prstGeom prst="rect">
            <a:avLst/>
          </a:prstGeom>
        </p:spPr>
      </p:pic>
    </p:spTree>
    <p:extLst>
      <p:ext uri="{BB962C8B-B14F-4D97-AF65-F5344CB8AC3E}">
        <p14:creationId xmlns:p14="http://schemas.microsoft.com/office/powerpoint/2010/main" val="1221742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9AAAAEC-F1F3-898D-B97A-A9B9D077447F}"/>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object 3">
            <a:extLst>
              <a:ext uri="{FF2B5EF4-FFF2-40B4-BE49-F238E27FC236}">
                <a16:creationId xmlns:a16="http://schemas.microsoft.com/office/drawing/2014/main" id="{B6AD471A-AAC1-258D-F592-DF917F42085A}"/>
              </a:ext>
            </a:extLst>
          </p:cNvPr>
          <p:cNvPicPr/>
          <p:nvPr/>
        </p:nvPicPr>
        <p:blipFill>
          <a:blip r:embed="rId2" cstate="print"/>
          <a:stretch>
            <a:fillRect/>
          </a:stretch>
        </p:blipFill>
        <p:spPr>
          <a:xfrm>
            <a:off x="290750" y="204310"/>
            <a:ext cx="1361070" cy="499189"/>
          </a:xfrm>
          <a:prstGeom prst="rect">
            <a:avLst/>
          </a:prstGeom>
        </p:spPr>
      </p:pic>
      <p:pic>
        <p:nvPicPr>
          <p:cNvPr id="5" name="Picture 4" descr="A graph of a weather condition&#10;&#10;Description automatically generated">
            <a:extLst>
              <a:ext uri="{FF2B5EF4-FFF2-40B4-BE49-F238E27FC236}">
                <a16:creationId xmlns:a16="http://schemas.microsoft.com/office/drawing/2014/main" id="{DF9C9EFC-F49A-9C92-3228-86CB6C914279}"/>
              </a:ext>
            </a:extLst>
          </p:cNvPr>
          <p:cNvPicPr>
            <a:picLocks noChangeAspect="1"/>
          </p:cNvPicPr>
          <p:nvPr/>
        </p:nvPicPr>
        <p:blipFill>
          <a:blip r:embed="rId3"/>
          <a:stretch>
            <a:fillRect/>
          </a:stretch>
        </p:blipFill>
        <p:spPr>
          <a:xfrm>
            <a:off x="0" y="703499"/>
            <a:ext cx="6228080" cy="3065861"/>
          </a:xfrm>
          <a:prstGeom prst="rect">
            <a:avLst/>
          </a:prstGeom>
        </p:spPr>
      </p:pic>
      <p:pic>
        <p:nvPicPr>
          <p:cNvPr id="7" name="Picture 6" descr="A graph of a graph showing the temperature of a person&#10;&#10;Description automatically generated with medium confidence">
            <a:extLst>
              <a:ext uri="{FF2B5EF4-FFF2-40B4-BE49-F238E27FC236}">
                <a16:creationId xmlns:a16="http://schemas.microsoft.com/office/drawing/2014/main" id="{E965FE54-F76C-1D8C-9B3E-F407714E8AEC}"/>
              </a:ext>
            </a:extLst>
          </p:cNvPr>
          <p:cNvPicPr>
            <a:picLocks noChangeAspect="1"/>
          </p:cNvPicPr>
          <p:nvPr/>
        </p:nvPicPr>
        <p:blipFill>
          <a:blip r:embed="rId4"/>
          <a:stretch>
            <a:fillRect/>
          </a:stretch>
        </p:blipFill>
        <p:spPr>
          <a:xfrm>
            <a:off x="6096000" y="677941"/>
            <a:ext cx="5805250" cy="3091419"/>
          </a:xfrm>
          <a:prstGeom prst="rect">
            <a:avLst/>
          </a:prstGeom>
        </p:spPr>
      </p:pic>
      <p:pic>
        <p:nvPicPr>
          <p:cNvPr id="9" name="Picture 8" descr="A graph with blue lines&#10;&#10;Description automatically generated">
            <a:extLst>
              <a:ext uri="{FF2B5EF4-FFF2-40B4-BE49-F238E27FC236}">
                <a16:creationId xmlns:a16="http://schemas.microsoft.com/office/drawing/2014/main" id="{BBCBF360-46D9-A6D7-C601-CA15C9C792E4}"/>
              </a:ext>
            </a:extLst>
          </p:cNvPr>
          <p:cNvPicPr>
            <a:picLocks noChangeAspect="1"/>
          </p:cNvPicPr>
          <p:nvPr/>
        </p:nvPicPr>
        <p:blipFill>
          <a:blip r:embed="rId5"/>
          <a:stretch>
            <a:fillRect/>
          </a:stretch>
        </p:blipFill>
        <p:spPr>
          <a:xfrm>
            <a:off x="2389730" y="3794918"/>
            <a:ext cx="7211470" cy="3065860"/>
          </a:xfrm>
          <a:prstGeom prst="rect">
            <a:avLst/>
          </a:prstGeom>
        </p:spPr>
      </p:pic>
    </p:spTree>
    <p:extLst>
      <p:ext uri="{BB962C8B-B14F-4D97-AF65-F5344CB8AC3E}">
        <p14:creationId xmlns:p14="http://schemas.microsoft.com/office/powerpoint/2010/main" val="108397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290750" y="707012"/>
            <a:ext cx="10972800" cy="594360"/>
          </a:xfrm>
          <a:prstGeom prst="rect">
            <a:avLst/>
          </a:prstGeom>
          <a:noFill/>
        </p:spPr>
        <p:txBody>
          <a:bodyPr wrap="none">
            <a:spAutoFit/>
          </a:bodyPr>
          <a:lstStyle/>
          <a:p>
            <a:pPr>
              <a:defRPr sz="2600" b="1">
                <a:solidFill>
                  <a:srgbClr val="1F3756"/>
                </a:solidFill>
              </a:defRPr>
            </a:pPr>
            <a:r>
              <a:rPr dirty="0"/>
              <a:t>VISUALIZATION &amp; INTERPRETATION</a:t>
            </a:r>
          </a:p>
        </p:txBody>
      </p:sp>
      <p:grpSp>
        <p:nvGrpSpPr>
          <p:cNvPr id="21" name="Group 20">
            <a:extLst>
              <a:ext uri="{FF2B5EF4-FFF2-40B4-BE49-F238E27FC236}">
                <a16:creationId xmlns:a16="http://schemas.microsoft.com/office/drawing/2014/main" id="{1C1EB2FC-4AAD-0376-28CE-012CD48C5A3D}"/>
              </a:ext>
            </a:extLst>
          </p:cNvPr>
          <p:cNvGrpSpPr/>
          <p:nvPr/>
        </p:nvGrpSpPr>
        <p:grpSpPr>
          <a:xfrm>
            <a:off x="475487" y="1392862"/>
            <a:ext cx="3474720" cy="1234440"/>
            <a:chOff x="475487" y="1625884"/>
            <a:chExt cx="3474720" cy="1234440"/>
          </a:xfrm>
        </p:grpSpPr>
        <p:sp>
          <p:nvSpPr>
            <p:cNvPr id="4" name="Rounded Rectangle 3"/>
            <p:cNvSpPr/>
            <p:nvPr/>
          </p:nvSpPr>
          <p:spPr>
            <a:xfrm>
              <a:off x="475487" y="1625884"/>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727056"/>
              <a:ext cx="3145536" cy="1092607"/>
            </a:xfrm>
            <a:prstGeom prst="rect">
              <a:avLst/>
            </a:prstGeom>
            <a:noFill/>
          </p:spPr>
          <p:txBody>
            <a:bodyPr wrap="square">
              <a:spAutoFit/>
            </a:bodyPr>
            <a:lstStyle/>
            <a:p>
              <a:pPr>
                <a:defRPr sz="1500" b="1">
                  <a:solidFill>
                    <a:srgbClr val="1F3756"/>
                  </a:solidFill>
                </a:defRPr>
              </a:pPr>
              <a:r>
                <a:rPr lang="en-IN"/>
                <a:t>Temperature Trend Over Time</a:t>
              </a:r>
              <a:endParaRPr dirty="0"/>
            </a:p>
            <a:p>
              <a:pPr>
                <a:defRPr sz="1250">
                  <a:solidFill>
                    <a:srgbClr val="2D2D2D"/>
                  </a:solidFill>
                </a:defRPr>
              </a:pPr>
              <a:r>
                <a:rPr lang="en-US"/>
                <a:t>A line graph tracking temperature changes across dates to spot seasonal cycles and anomalies, including a reference line for runtime inputs.</a:t>
              </a:r>
              <a:endParaRPr dirty="0"/>
            </a:p>
          </p:txBody>
        </p:sp>
      </p:grpSp>
      <p:grpSp>
        <p:nvGrpSpPr>
          <p:cNvPr id="22" name="Group 21">
            <a:extLst>
              <a:ext uri="{FF2B5EF4-FFF2-40B4-BE49-F238E27FC236}">
                <a16:creationId xmlns:a16="http://schemas.microsoft.com/office/drawing/2014/main" id="{90A72275-7B89-A0FD-EF9C-EED7457D2AE4}"/>
              </a:ext>
            </a:extLst>
          </p:cNvPr>
          <p:cNvGrpSpPr/>
          <p:nvPr/>
        </p:nvGrpSpPr>
        <p:grpSpPr>
          <a:xfrm>
            <a:off x="4276343" y="1392862"/>
            <a:ext cx="3474720" cy="1234440"/>
            <a:chOff x="4343399" y="1656139"/>
            <a:chExt cx="3474720" cy="1234440"/>
          </a:xfrm>
        </p:grpSpPr>
        <p:sp>
          <p:nvSpPr>
            <p:cNvPr id="6" name="Rounded Rectangle 5"/>
            <p:cNvSpPr/>
            <p:nvPr/>
          </p:nvSpPr>
          <p:spPr>
            <a:xfrm>
              <a:off x="4343399" y="1656139"/>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23079" y="1727056"/>
              <a:ext cx="3145536" cy="900246"/>
            </a:xfrm>
            <a:prstGeom prst="rect">
              <a:avLst/>
            </a:prstGeom>
            <a:noFill/>
          </p:spPr>
          <p:txBody>
            <a:bodyPr wrap="square">
              <a:spAutoFit/>
            </a:bodyPr>
            <a:lstStyle/>
            <a:p>
              <a:pPr>
                <a:defRPr sz="1500" b="1">
                  <a:solidFill>
                    <a:srgbClr val="1F3756"/>
                  </a:solidFill>
                </a:defRPr>
              </a:pPr>
              <a:r>
                <a:rPr lang="en-IN"/>
                <a:t>Temperature distribution</a:t>
              </a:r>
            </a:p>
            <a:p>
              <a:pPr>
                <a:defRPr sz="1250">
                  <a:solidFill>
                    <a:srgbClr val="2D2D2D"/>
                  </a:solidFill>
                </a:defRPr>
              </a:pPr>
              <a:r>
                <a:rPr lang="en-US" noProof="1"/>
                <a:t> A histogram showing the frequency spread of temperature values to identify common ranges and extreme points.</a:t>
              </a:r>
            </a:p>
          </p:txBody>
        </p:sp>
      </p:grpSp>
      <p:grpSp>
        <p:nvGrpSpPr>
          <p:cNvPr id="23" name="Group 22">
            <a:extLst>
              <a:ext uri="{FF2B5EF4-FFF2-40B4-BE49-F238E27FC236}">
                <a16:creationId xmlns:a16="http://schemas.microsoft.com/office/drawing/2014/main" id="{85E82B4E-0D95-CBF4-EC46-9ADAEFC65A15}"/>
              </a:ext>
            </a:extLst>
          </p:cNvPr>
          <p:cNvGrpSpPr/>
          <p:nvPr/>
        </p:nvGrpSpPr>
        <p:grpSpPr>
          <a:xfrm>
            <a:off x="8077200" y="1394610"/>
            <a:ext cx="3474720" cy="1234440"/>
            <a:chOff x="8077200" y="1651903"/>
            <a:chExt cx="3474720" cy="1234440"/>
          </a:xfrm>
        </p:grpSpPr>
        <p:sp>
          <p:nvSpPr>
            <p:cNvPr id="8" name="Rounded Rectangle 7"/>
            <p:cNvSpPr/>
            <p:nvPr/>
          </p:nvSpPr>
          <p:spPr>
            <a:xfrm>
              <a:off x="8077200" y="1651903"/>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41792" y="1760192"/>
              <a:ext cx="3145536" cy="900246"/>
            </a:xfrm>
            <a:prstGeom prst="rect">
              <a:avLst/>
            </a:prstGeom>
            <a:noFill/>
          </p:spPr>
          <p:txBody>
            <a:bodyPr wrap="square">
              <a:spAutoFit/>
            </a:bodyPr>
            <a:lstStyle/>
            <a:p>
              <a:pPr>
                <a:defRPr sz="1500" b="1">
                  <a:solidFill>
                    <a:srgbClr val="1F3756"/>
                  </a:solidFill>
                </a:defRPr>
              </a:pPr>
              <a:r>
                <a:rPr lang="en-IN"/>
                <a:t>Humidity Trend over Time </a:t>
              </a:r>
              <a:endParaRPr lang="en-US" dirty="0"/>
            </a:p>
            <a:p>
              <a:pPr>
                <a:defRPr sz="1250">
                  <a:solidFill>
                    <a:srgbClr val="2D2D2D"/>
                  </a:solidFill>
                </a:defRPr>
              </a:pPr>
              <a:r>
                <a:rPr lang="en-US"/>
                <a:t>A line graph plotting atmospheric moisture levels over time to track long-term shifts and seasonal peaks. </a:t>
              </a:r>
              <a:endParaRPr lang="en-US" dirty="0"/>
            </a:p>
          </p:txBody>
        </p:sp>
      </p:grpSp>
      <p:grpSp>
        <p:nvGrpSpPr>
          <p:cNvPr id="25" name="Group 24">
            <a:extLst>
              <a:ext uri="{FF2B5EF4-FFF2-40B4-BE49-F238E27FC236}">
                <a16:creationId xmlns:a16="http://schemas.microsoft.com/office/drawing/2014/main" id="{61492178-5C23-6432-CFCC-1B2B05AF7BAE}"/>
              </a:ext>
            </a:extLst>
          </p:cNvPr>
          <p:cNvGrpSpPr/>
          <p:nvPr/>
        </p:nvGrpSpPr>
        <p:grpSpPr>
          <a:xfrm>
            <a:off x="475487" y="2897074"/>
            <a:ext cx="3474720" cy="1234440"/>
            <a:chOff x="475487" y="3176782"/>
            <a:chExt cx="3474720" cy="1234440"/>
          </a:xfrm>
        </p:grpSpPr>
        <p:sp>
          <p:nvSpPr>
            <p:cNvPr id="10" name="Rounded Rectangle 9"/>
            <p:cNvSpPr/>
            <p:nvPr/>
          </p:nvSpPr>
          <p:spPr>
            <a:xfrm>
              <a:off x="475487" y="3176782"/>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75395" y="3343879"/>
              <a:ext cx="3145536" cy="900246"/>
            </a:xfrm>
            <a:prstGeom prst="rect">
              <a:avLst/>
            </a:prstGeom>
            <a:noFill/>
          </p:spPr>
          <p:txBody>
            <a:bodyPr wrap="square">
              <a:spAutoFit/>
            </a:bodyPr>
            <a:lstStyle/>
            <a:p>
              <a:pPr>
                <a:defRPr sz="1500" b="1">
                  <a:solidFill>
                    <a:srgbClr val="1F3756"/>
                  </a:solidFill>
                </a:defRPr>
              </a:pPr>
              <a:r>
                <a:rPr lang="en-IN"/>
                <a:t>Temperature vs Humidity</a:t>
              </a:r>
              <a:endParaRPr lang="en-US" dirty="0"/>
            </a:p>
            <a:p>
              <a:pPr>
                <a:defRPr sz="1250">
                  <a:solidFill>
                    <a:srgbClr val="2D2D2D"/>
                  </a:solidFill>
                </a:defRPr>
              </a:pPr>
              <a:r>
                <a:rPr lang="en-US"/>
                <a:t>A scatter plot mapping individual data points to analyze the correlation between thermal levels and moisture.</a:t>
              </a:r>
            </a:p>
          </p:txBody>
        </p:sp>
      </p:grpSp>
      <p:grpSp>
        <p:nvGrpSpPr>
          <p:cNvPr id="26" name="Group 25">
            <a:extLst>
              <a:ext uri="{FF2B5EF4-FFF2-40B4-BE49-F238E27FC236}">
                <a16:creationId xmlns:a16="http://schemas.microsoft.com/office/drawing/2014/main" id="{C58F03E2-82CC-923A-2A76-8429B9806F03}"/>
              </a:ext>
            </a:extLst>
          </p:cNvPr>
          <p:cNvGrpSpPr/>
          <p:nvPr/>
        </p:nvGrpSpPr>
        <p:grpSpPr>
          <a:xfrm>
            <a:off x="8077200" y="2897074"/>
            <a:ext cx="3474720" cy="1234440"/>
            <a:chOff x="8141885" y="3223787"/>
            <a:chExt cx="3474720" cy="1234440"/>
          </a:xfrm>
        </p:grpSpPr>
        <p:sp>
          <p:nvSpPr>
            <p:cNvPr id="14" name="Rounded Rectangle 13"/>
            <p:cNvSpPr/>
            <p:nvPr/>
          </p:nvSpPr>
          <p:spPr>
            <a:xfrm>
              <a:off x="8141885" y="3223787"/>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41792" y="3275467"/>
              <a:ext cx="3145536" cy="1131079"/>
            </a:xfrm>
            <a:prstGeom prst="rect">
              <a:avLst/>
            </a:prstGeom>
            <a:noFill/>
          </p:spPr>
          <p:txBody>
            <a:bodyPr wrap="square">
              <a:spAutoFit/>
            </a:bodyPr>
            <a:lstStyle/>
            <a:p>
              <a:pPr>
                <a:defRPr sz="1500" b="1">
                  <a:solidFill>
                    <a:srgbClr val="1F3756"/>
                  </a:solidFill>
                </a:defRPr>
              </a:pPr>
              <a:r>
                <a:rPr lang="en-US"/>
                <a:t>Average Temperature by Weather Condition</a:t>
              </a:r>
              <a:endParaRPr dirty="0"/>
            </a:p>
            <a:p>
              <a:pPr>
                <a:defRPr sz="1250">
                  <a:solidFill>
                    <a:srgbClr val="2D2D2D"/>
                  </a:solidFill>
                </a:defRPr>
              </a:pPr>
              <a:r>
                <a:rPr lang="en-US"/>
                <a:t>A bar chart comparing mean temperatures across different weather states like rainy, stormy, or sunny days. </a:t>
              </a:r>
              <a:endParaRPr lang="en-IN" noProof="1"/>
            </a:p>
          </p:txBody>
        </p:sp>
      </p:grpSp>
      <p:sp>
        <p:nvSpPr>
          <p:cNvPr id="16" name="TextBox 15"/>
          <p:cNvSpPr txBox="1"/>
          <p:nvPr/>
        </p:nvSpPr>
        <p:spPr>
          <a:xfrm>
            <a:off x="898483" y="5708317"/>
            <a:ext cx="10424160" cy="1028423"/>
          </a:xfrm>
          <a:prstGeom prst="rect">
            <a:avLst/>
          </a:prstGeom>
          <a:noFill/>
        </p:spPr>
        <p:txBody>
          <a:bodyPr wrap="square">
            <a:spAutoFit/>
          </a:bodyPr>
          <a:lstStyle/>
          <a:p>
            <a:pPr>
              <a:lnSpc>
                <a:spcPct val="150000"/>
              </a:lnSpc>
              <a:spcAft>
                <a:spcPts val="1000"/>
              </a:spcAft>
              <a:defRPr sz="1300">
                <a:solidFill>
                  <a:srgbClr val="2D2D2D"/>
                </a:solidFill>
              </a:defRPr>
            </a:pPr>
            <a:r>
              <a:rPr sz="1400" dirty="0"/>
              <a:t>Example interpretation: </a:t>
            </a:r>
            <a:r>
              <a:rPr lang="en-US" sz="1400" dirty="0"/>
              <a:t>These visualizations help identify temperature trends, seasonal variations, and unusual weather changes. The insights support better understanding of weather patterns and can be useful in agriculture, transportation, tourism, and disaster management. </a:t>
            </a:r>
            <a:endParaRPr dirty="0"/>
          </a:p>
        </p:txBody>
      </p:sp>
      <p:pic>
        <p:nvPicPr>
          <p:cNvPr id="18" name="object 3">
            <a:extLst>
              <a:ext uri="{FF2B5EF4-FFF2-40B4-BE49-F238E27FC236}">
                <a16:creationId xmlns:a16="http://schemas.microsoft.com/office/drawing/2014/main" id="{C48719DD-6D55-7C7B-C2F4-92C890A84FB2}"/>
              </a:ext>
            </a:extLst>
          </p:cNvPr>
          <p:cNvPicPr/>
          <p:nvPr/>
        </p:nvPicPr>
        <p:blipFill>
          <a:blip r:embed="rId2" cstate="print"/>
          <a:stretch>
            <a:fillRect/>
          </a:stretch>
        </p:blipFill>
        <p:spPr>
          <a:xfrm>
            <a:off x="290750" y="204310"/>
            <a:ext cx="1361070" cy="499189"/>
          </a:xfrm>
          <a:prstGeom prst="rect">
            <a:avLst/>
          </a:prstGeom>
        </p:spPr>
      </p:pic>
      <p:sp>
        <p:nvSpPr>
          <p:cNvPr id="17" name="Rounded Rectangle 13">
            <a:extLst>
              <a:ext uri="{FF2B5EF4-FFF2-40B4-BE49-F238E27FC236}">
                <a16:creationId xmlns:a16="http://schemas.microsoft.com/office/drawing/2014/main" id="{06DA648D-E274-8958-0DA5-667C3CBB5FB7}"/>
              </a:ext>
            </a:extLst>
          </p:cNvPr>
          <p:cNvSpPr/>
          <p:nvPr/>
        </p:nvSpPr>
        <p:spPr>
          <a:xfrm>
            <a:off x="4343399" y="2881721"/>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500" b="1">
                <a:solidFill>
                  <a:srgbClr val="1F3756"/>
                </a:solidFill>
              </a:defRPr>
            </a:pPr>
            <a:r>
              <a:rPr lang="en-US"/>
              <a:t>Weather Condition Frequency</a:t>
            </a:r>
          </a:p>
          <a:p>
            <a:pPr>
              <a:defRPr sz="1250">
                <a:solidFill>
                  <a:srgbClr val="2D2D2D"/>
                </a:solidFill>
              </a:defRPr>
            </a:pPr>
            <a:r>
              <a:rPr lang="en-US"/>
              <a:t>A bar chart showing the record count of each weather category (e.g., Sunny, Cloudy) to highlight dominant conditions.</a:t>
            </a:r>
            <a:endParaRPr/>
          </a:p>
        </p:txBody>
      </p:sp>
      <p:sp>
        <p:nvSpPr>
          <p:cNvPr id="20" name="Rounded Rectangle 13">
            <a:extLst>
              <a:ext uri="{FF2B5EF4-FFF2-40B4-BE49-F238E27FC236}">
                <a16:creationId xmlns:a16="http://schemas.microsoft.com/office/drawing/2014/main" id="{F5A8E4EE-39A3-021A-462A-2E7013B67CFB}"/>
              </a:ext>
            </a:extLst>
          </p:cNvPr>
          <p:cNvSpPr/>
          <p:nvPr/>
        </p:nvSpPr>
        <p:spPr>
          <a:xfrm>
            <a:off x="4358487" y="4382387"/>
            <a:ext cx="3474720" cy="123444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defRPr sz="1500" b="1">
                <a:solidFill>
                  <a:srgbClr val="1F3756"/>
                </a:solidFill>
              </a:defRPr>
            </a:pPr>
            <a:r>
              <a:rPr lang="en-US"/>
              <a:t>Monthly Average Temperature </a:t>
            </a:r>
          </a:p>
          <a:p>
            <a:pPr>
              <a:defRPr sz="1250">
                <a:solidFill>
                  <a:srgbClr val="2D2D2D"/>
                </a:solidFill>
              </a:defRPr>
            </a:pPr>
            <a:r>
              <a:rPr lang="en-US"/>
              <a:t>A A line graph aggregating monthly data from January to December to clearly illustrate seasonal temperature variations.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4D93-D1FB-BDB3-A037-238C4FD51837}"/>
              </a:ext>
            </a:extLst>
          </p:cNvPr>
          <p:cNvSpPr>
            <a:spLocks noGrp="1"/>
          </p:cNvSpPr>
          <p:nvPr>
            <p:ph type="title"/>
          </p:nvPr>
        </p:nvSpPr>
        <p:spPr>
          <a:xfrm>
            <a:off x="290750" y="880633"/>
            <a:ext cx="4586050" cy="639762"/>
          </a:xfrm>
        </p:spPr>
        <p:txBody>
          <a:bodyPr>
            <a:normAutofit fontScale="90000"/>
          </a:bodyPr>
          <a:lstStyle/>
          <a:p>
            <a:r>
              <a:rPr lang="en-IN" sz="2800" b="1">
                <a:solidFill>
                  <a:schemeClr val="tx2">
                    <a:lumMod val="75000"/>
                  </a:schemeClr>
                </a:solidFill>
              </a:rPr>
              <a:t>EXPECTED vs. ACTUAL OUTPUT</a:t>
            </a:r>
          </a:p>
        </p:txBody>
      </p:sp>
      <p:sp>
        <p:nvSpPr>
          <p:cNvPr id="3" name="Text Placeholder 2">
            <a:extLst>
              <a:ext uri="{FF2B5EF4-FFF2-40B4-BE49-F238E27FC236}">
                <a16:creationId xmlns:a16="http://schemas.microsoft.com/office/drawing/2014/main" id="{FE92FE8E-08AB-772E-D643-933C6EF44C73}"/>
              </a:ext>
            </a:extLst>
          </p:cNvPr>
          <p:cNvSpPr>
            <a:spLocks noGrp="1"/>
          </p:cNvSpPr>
          <p:nvPr>
            <p:ph type="body" idx="1"/>
          </p:nvPr>
        </p:nvSpPr>
        <p:spPr>
          <a:xfrm>
            <a:off x="543909" y="1615293"/>
            <a:ext cx="5067098" cy="413806"/>
          </a:xfrm>
          <a:solidFill>
            <a:schemeClr val="tx2">
              <a:lumMod val="75000"/>
            </a:schemeClr>
          </a:solidFill>
          <a:ln w="19050">
            <a:solidFill>
              <a:schemeClr val="tx1"/>
            </a:solidFill>
          </a:ln>
        </p:spPr>
        <p:txBody>
          <a:bodyPr>
            <a:noAutofit/>
          </a:bodyPr>
          <a:lstStyle/>
          <a:p>
            <a:r>
              <a:rPr lang="en-IN">
                <a:solidFill>
                  <a:schemeClr val="bg1"/>
                </a:solidFill>
              </a:rPr>
              <a:t>Expected output</a:t>
            </a:r>
          </a:p>
        </p:txBody>
      </p:sp>
      <p:sp>
        <p:nvSpPr>
          <p:cNvPr id="5" name="Text Placeholder 4">
            <a:extLst>
              <a:ext uri="{FF2B5EF4-FFF2-40B4-BE49-F238E27FC236}">
                <a16:creationId xmlns:a16="http://schemas.microsoft.com/office/drawing/2014/main" id="{7A168774-F5B3-86A2-2EBD-8A736BA37A8E}"/>
              </a:ext>
            </a:extLst>
          </p:cNvPr>
          <p:cNvSpPr>
            <a:spLocks noGrp="1"/>
          </p:cNvSpPr>
          <p:nvPr>
            <p:ph type="body" sz="quarter" idx="3"/>
          </p:nvPr>
        </p:nvSpPr>
        <p:spPr>
          <a:xfrm>
            <a:off x="6561223" y="1569844"/>
            <a:ext cx="5067096" cy="452588"/>
          </a:xfrm>
          <a:solidFill>
            <a:schemeClr val="tx2">
              <a:lumMod val="75000"/>
            </a:schemeClr>
          </a:solidFill>
          <a:ln w="19050">
            <a:solidFill>
              <a:schemeClr val="tx1"/>
            </a:solidFill>
          </a:ln>
        </p:spPr>
        <p:txBody>
          <a:bodyPr>
            <a:normAutofit fontScale="92500" lnSpcReduction="10000"/>
          </a:bodyPr>
          <a:lstStyle/>
          <a:p>
            <a:r>
              <a:rPr lang="en-IN" sz="2800">
                <a:solidFill>
                  <a:schemeClr val="bg1"/>
                </a:solidFill>
              </a:rPr>
              <a:t>Actual output</a:t>
            </a:r>
          </a:p>
        </p:txBody>
      </p:sp>
      <p:sp>
        <p:nvSpPr>
          <p:cNvPr id="7" name="Rectangle 6">
            <a:extLst>
              <a:ext uri="{FF2B5EF4-FFF2-40B4-BE49-F238E27FC236}">
                <a16:creationId xmlns:a16="http://schemas.microsoft.com/office/drawing/2014/main" id="{9F79C7A3-C202-0739-E320-3BD53FCF969F}"/>
              </a:ext>
            </a:extLst>
          </p:cNvPr>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object 3">
            <a:extLst>
              <a:ext uri="{FF2B5EF4-FFF2-40B4-BE49-F238E27FC236}">
                <a16:creationId xmlns:a16="http://schemas.microsoft.com/office/drawing/2014/main" id="{49AF7F3A-59D8-4C85-FC8A-A29EBB3F8422}"/>
              </a:ext>
            </a:extLst>
          </p:cNvPr>
          <p:cNvPicPr/>
          <p:nvPr/>
        </p:nvPicPr>
        <p:blipFill>
          <a:blip r:embed="rId2" cstate="print"/>
          <a:stretch>
            <a:fillRect/>
          </a:stretch>
        </p:blipFill>
        <p:spPr>
          <a:xfrm>
            <a:off x="290750" y="204310"/>
            <a:ext cx="1361070" cy="499189"/>
          </a:xfrm>
          <a:prstGeom prst="rect">
            <a:avLst/>
          </a:prstGeom>
        </p:spPr>
      </p:pic>
      <p:sp>
        <p:nvSpPr>
          <p:cNvPr id="9" name="Rectangle 1">
            <a:extLst>
              <a:ext uri="{FF2B5EF4-FFF2-40B4-BE49-F238E27FC236}">
                <a16:creationId xmlns:a16="http://schemas.microsoft.com/office/drawing/2014/main" id="{AF0006C0-571B-8D26-4248-3804FB8A6937}"/>
              </a:ext>
            </a:extLst>
          </p:cNvPr>
          <p:cNvSpPr>
            <a:spLocks noGrp="1" noChangeArrowheads="1"/>
          </p:cNvSpPr>
          <p:nvPr>
            <p:ph sz="half" idx="2"/>
          </p:nvPr>
        </p:nvSpPr>
        <p:spPr bwMode="auto">
          <a:xfrm>
            <a:off x="563564" y="2169008"/>
            <a:ext cx="5067214" cy="4201150"/>
          </a:xfrm>
          <a:prstGeom prst="rect">
            <a:avLst/>
          </a:prstGeom>
          <a:solidFill>
            <a:schemeClr val="bg1"/>
          </a:solidFill>
          <a:ln w="19050">
            <a:solidFill>
              <a:schemeClr val="tx1"/>
            </a:solidFill>
            <a:miter lim="800000"/>
            <a:headEnd/>
            <a:tailEnd/>
          </a:ln>
          <a:effectLst/>
        </p:spPr>
        <p:txBody>
          <a:bodyPr vert="horz" wrap="square" lIns="0" tIns="0" rIns="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Dataset Deliverable:</a:t>
            </a:r>
            <a:r>
              <a:rPr kumimoji="0" lang="en-US" altLang="en-US" sz="1800" b="0" i="0" u="none" strike="noStrike" cap="none" normalizeH="0" baseline="0">
                <a:ln>
                  <a:noFill/>
                </a:ln>
                <a:solidFill>
                  <a:schemeClr val="tx1"/>
                </a:solidFill>
                <a:effectLst/>
                <a:latin typeface="Google Sans Text"/>
              </a:rPr>
              <a:t> Production of a cleaned, structured CSV file (cleaned_climate_code.csv) free of missing or duplicate values.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Google Sans Tex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Statistical Analysis:</a:t>
            </a:r>
            <a:r>
              <a:rPr kumimoji="0" lang="en-US" altLang="en-US" sz="1800" b="0" i="0" u="none" strike="noStrike" cap="none" normalizeH="0" baseline="0">
                <a:ln>
                  <a:noFill/>
                </a:ln>
                <a:solidFill>
                  <a:schemeClr val="tx1"/>
                </a:solidFill>
                <a:effectLst/>
                <a:latin typeface="Google Sans Text"/>
              </a:rPr>
              <a:t> Computation of essential climate metrics including minimum, maximum, and average values for temperature and humidity.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Google Sans Tex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Interactive Feature:</a:t>
            </a:r>
            <a:r>
              <a:rPr kumimoji="0" lang="en-US" altLang="en-US" sz="1800" b="0" i="0" u="none" strike="noStrike" cap="none" normalizeH="0" baseline="0">
                <a:ln>
                  <a:noFill/>
                </a:ln>
                <a:solidFill>
                  <a:schemeClr val="tx1"/>
                </a:solidFill>
                <a:effectLst/>
                <a:latin typeface="Google Sans Text"/>
              </a:rPr>
              <a:t> Implementation of a runtime terminal prompt for dynamic temperature conversion between Celsius and Fahrenheit.</a:t>
            </a:r>
          </a:p>
          <a:p>
            <a:pPr marL="0" marR="0" lvl="0" indent="0"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a:ln>
                  <a:noFill/>
                </a:ln>
                <a:solidFill>
                  <a:schemeClr val="tx1"/>
                </a:solidFill>
                <a:effectLst/>
                <a:latin typeface="Google Sans Text"/>
              </a:rPr>
              <a:t>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Data Visualization:</a:t>
            </a:r>
            <a:r>
              <a:rPr kumimoji="0" lang="en-US" altLang="en-US" sz="1800" b="0" i="0" u="none" strike="noStrike" cap="none" normalizeH="0" baseline="0">
                <a:ln>
                  <a:noFill/>
                </a:ln>
                <a:solidFill>
                  <a:schemeClr val="tx1"/>
                </a:solidFill>
                <a:effectLst/>
                <a:latin typeface="Google Sans Text"/>
              </a:rPr>
              <a:t> Generation of line trends, distribution histograms, and weather condition frequency charts.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 name="Rectangle 2">
            <a:extLst>
              <a:ext uri="{FF2B5EF4-FFF2-40B4-BE49-F238E27FC236}">
                <a16:creationId xmlns:a16="http://schemas.microsoft.com/office/drawing/2014/main" id="{D42B3820-8472-22AF-179B-80F03A8D386F}"/>
              </a:ext>
            </a:extLst>
          </p:cNvPr>
          <p:cNvSpPr>
            <a:spLocks noGrp="1" noChangeArrowheads="1"/>
          </p:cNvSpPr>
          <p:nvPr>
            <p:ph sz="quarter" idx="4"/>
          </p:nvPr>
        </p:nvSpPr>
        <p:spPr bwMode="auto">
          <a:xfrm>
            <a:off x="6561223" y="2169008"/>
            <a:ext cx="5067096" cy="4201150"/>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Data Processing Execution:</a:t>
            </a:r>
            <a:r>
              <a:rPr kumimoji="0" lang="en-US" altLang="en-US" sz="1800" b="0" i="0" u="none" strike="noStrike" cap="none" normalizeH="0" baseline="0">
                <a:ln>
                  <a:noFill/>
                </a:ln>
                <a:solidFill>
                  <a:schemeClr val="tx1"/>
                </a:solidFill>
                <a:effectLst/>
                <a:latin typeface="Google Sans Text"/>
              </a:rPr>
              <a:t> Successfully loaded 17,000 raw records,removed duplicate entries (leaving 16,999 clean rows), verified zero missing values.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Google Sans Tex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Statistical Results:</a:t>
            </a:r>
            <a:r>
              <a:rPr kumimoji="0" lang="en-US" altLang="en-US" sz="1800" b="0" i="0" u="none" strike="noStrike" cap="none" normalizeH="0" baseline="0">
                <a:ln>
                  <a:noFill/>
                </a:ln>
                <a:solidFill>
                  <a:schemeClr val="tx1"/>
                </a:solidFill>
                <a:effectLst/>
                <a:latin typeface="Google Sans Text"/>
              </a:rPr>
              <a:t> Generated complete summary statistics outlining accurate temperature ranges (13.5°C to 40.8°C) and humidity spreads.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Google Sans Tex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Runtime Conversion Proof:</a:t>
            </a:r>
            <a:r>
              <a:rPr kumimoji="0" lang="en-US" altLang="en-US" sz="1800" b="0" i="0" u="none" strike="noStrike" cap="none" normalizeH="0" baseline="0">
                <a:ln>
                  <a:noFill/>
                </a:ln>
                <a:solidFill>
                  <a:schemeClr val="tx1"/>
                </a:solidFill>
                <a:effectLst/>
                <a:latin typeface="Google Sans Text"/>
              </a:rPr>
              <a:t> Successfully executed real-time user inputs (e.g., converting 32.00°C to 89.60°F). </a:t>
            </a:r>
          </a:p>
          <a:p>
            <a:pPr marL="0" marR="0" lvl="0" indent="0"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a:ln>
                <a:noFill/>
              </a:ln>
              <a:solidFill>
                <a:schemeClr val="tx1"/>
              </a:solidFill>
              <a:effectLst/>
              <a:latin typeface="Google Sans Text"/>
            </a:endParaRP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a:ln>
                  <a:noFill/>
                </a:ln>
                <a:solidFill>
                  <a:schemeClr val="tx1"/>
                </a:solidFill>
                <a:effectLst/>
                <a:latin typeface="Google Sans Text"/>
              </a:rPr>
              <a:t>Rendered Visuals:</a:t>
            </a:r>
            <a:r>
              <a:rPr kumimoji="0" lang="en-US" altLang="en-US" sz="1800" b="0" i="0" u="none" strike="noStrike" cap="none" normalizeH="0" baseline="0">
                <a:ln>
                  <a:noFill/>
                </a:ln>
                <a:solidFill>
                  <a:schemeClr val="tx1"/>
                </a:solidFill>
                <a:effectLst/>
                <a:latin typeface="Google Sans Text"/>
              </a:rPr>
              <a:t> Successfully plotted all Python/Matplotlib visual dashboards, confirming long-term seasonal patterns </a:t>
            </a:r>
            <a:r>
              <a:rPr lang="en-US" altLang="en-US" sz="1800">
                <a:latin typeface="Google Sans Text"/>
              </a:rPr>
              <a:t>,</a:t>
            </a:r>
            <a:r>
              <a:rPr kumimoji="0" lang="en-US" altLang="en-US" sz="1800" b="0" i="0" u="none" strike="noStrike" cap="none" normalizeH="0" baseline="0">
                <a:ln>
                  <a:noFill/>
                </a:ln>
                <a:solidFill>
                  <a:schemeClr val="tx1"/>
                </a:solidFill>
                <a:effectLst/>
                <a:latin typeface="Google Sans Text"/>
              </a:rPr>
              <a:t>weather distributions.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13260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929641"/>
            <a:ext cx="10972800" cy="594360"/>
          </a:xfrm>
          <a:prstGeom prst="rect">
            <a:avLst/>
          </a:prstGeom>
          <a:noFill/>
        </p:spPr>
        <p:txBody>
          <a:bodyPr wrap="none">
            <a:spAutoFit/>
          </a:bodyPr>
          <a:lstStyle/>
          <a:p>
            <a:pPr>
              <a:defRPr sz="2600" b="1">
                <a:solidFill>
                  <a:srgbClr val="1F3756"/>
                </a:solidFill>
              </a:defRPr>
            </a:pPr>
            <a:r>
              <a:rPr dirty="0"/>
              <a:t>RESULTS &amp; KEY INSIGHTS</a:t>
            </a:r>
          </a:p>
        </p:txBody>
      </p:sp>
      <p:sp>
        <p:nvSpPr>
          <p:cNvPr id="4" name="Rounded Rectangle 3"/>
          <p:cNvSpPr/>
          <p:nvPr/>
        </p:nvSpPr>
        <p:spPr>
          <a:xfrm>
            <a:off x="64008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04671" y="2106268"/>
            <a:ext cx="3145536" cy="900246"/>
          </a:xfrm>
          <a:prstGeom prst="rect">
            <a:avLst/>
          </a:prstGeom>
          <a:noFill/>
        </p:spPr>
        <p:txBody>
          <a:bodyPr wrap="square">
            <a:spAutoFit/>
          </a:bodyPr>
          <a:lstStyle/>
          <a:p>
            <a:pPr>
              <a:defRPr sz="1500" b="1">
                <a:solidFill>
                  <a:srgbClr val="1F3756"/>
                </a:solidFill>
              </a:defRPr>
            </a:pPr>
            <a:r>
              <a:rPr dirty="0"/>
              <a:t>Finding 1</a:t>
            </a:r>
            <a:endParaRPr lang="en-US" dirty="0"/>
          </a:p>
          <a:p>
            <a:pPr>
              <a:defRPr sz="1250">
                <a:solidFill>
                  <a:srgbClr val="2D2D2D"/>
                </a:solidFill>
              </a:defRPr>
            </a:pPr>
            <a:r>
              <a:rPr lang="en-US" dirty="0"/>
              <a:t>The system calculates the minimum, maximum, and average temperature values from the weather dataset.</a:t>
            </a:r>
          </a:p>
        </p:txBody>
      </p:sp>
      <p:sp>
        <p:nvSpPr>
          <p:cNvPr id="6" name="Rounded Rectangle 5"/>
          <p:cNvSpPr/>
          <p:nvPr/>
        </p:nvSpPr>
        <p:spPr>
          <a:xfrm>
            <a:off x="434340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07992" y="2106268"/>
            <a:ext cx="3145536" cy="900246"/>
          </a:xfrm>
          <a:prstGeom prst="rect">
            <a:avLst/>
          </a:prstGeom>
          <a:noFill/>
        </p:spPr>
        <p:txBody>
          <a:bodyPr wrap="square">
            <a:spAutoFit/>
          </a:bodyPr>
          <a:lstStyle/>
          <a:p>
            <a:pPr>
              <a:defRPr sz="1500" b="1">
                <a:solidFill>
                  <a:srgbClr val="1F3756"/>
                </a:solidFill>
              </a:defRPr>
            </a:pPr>
            <a:r>
              <a:rPr dirty="0"/>
              <a:t>Finding 2</a:t>
            </a:r>
          </a:p>
          <a:p>
            <a:pPr>
              <a:defRPr sz="1250">
                <a:solidFill>
                  <a:srgbClr val="2D2D2D"/>
                </a:solidFill>
              </a:defRPr>
            </a:pPr>
            <a:r>
              <a:rPr lang="en-US" dirty="0"/>
              <a:t>The graphs helps identify temperature changes over time and observe long-term weather trends</a:t>
            </a:r>
            <a:endParaRPr dirty="0"/>
          </a:p>
        </p:txBody>
      </p:sp>
      <p:sp>
        <p:nvSpPr>
          <p:cNvPr id="8" name="Rounded Rectangle 7"/>
          <p:cNvSpPr/>
          <p:nvPr/>
        </p:nvSpPr>
        <p:spPr>
          <a:xfrm>
            <a:off x="8046720" y="197825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11312" y="2106268"/>
            <a:ext cx="3145536" cy="900246"/>
          </a:xfrm>
          <a:prstGeom prst="rect">
            <a:avLst/>
          </a:prstGeom>
          <a:noFill/>
        </p:spPr>
        <p:txBody>
          <a:bodyPr wrap="square">
            <a:spAutoFit/>
          </a:bodyPr>
          <a:lstStyle/>
          <a:p>
            <a:pPr>
              <a:defRPr sz="1500" b="1">
                <a:solidFill>
                  <a:srgbClr val="1F3756"/>
                </a:solidFill>
              </a:defRPr>
            </a:pPr>
            <a:r>
              <a:rPr dirty="0"/>
              <a:t>Finding 3</a:t>
            </a:r>
          </a:p>
          <a:p>
            <a:pPr>
              <a:defRPr sz="1250">
                <a:solidFill>
                  <a:srgbClr val="2D2D2D"/>
                </a:solidFill>
              </a:defRPr>
            </a:pPr>
            <a:r>
              <a:rPr lang="en-US" dirty="0"/>
              <a:t>The analysis helps identify seasonal variations, weather patterns, and unusual temperature changes. </a:t>
            </a:r>
            <a:endParaRPr dirty="0"/>
          </a:p>
        </p:txBody>
      </p:sp>
      <p:sp>
        <p:nvSpPr>
          <p:cNvPr id="10" name="Rounded Rectangle 9"/>
          <p:cNvSpPr/>
          <p:nvPr/>
        </p:nvSpPr>
        <p:spPr>
          <a:xfrm>
            <a:off x="64008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70560" y="3578452"/>
            <a:ext cx="3145536" cy="746358"/>
          </a:xfrm>
          <a:prstGeom prst="rect">
            <a:avLst/>
          </a:prstGeom>
          <a:noFill/>
        </p:spPr>
        <p:txBody>
          <a:bodyPr wrap="square">
            <a:spAutoFit/>
          </a:bodyPr>
          <a:lstStyle/>
          <a:p>
            <a:pPr>
              <a:defRPr sz="1500" b="1">
                <a:solidFill>
                  <a:srgbClr val="1F3756"/>
                </a:solidFill>
              </a:defRPr>
            </a:pPr>
            <a:r>
              <a:rPr lang="en-IN" dirty="0"/>
              <a:t>Statistical Data Analysis</a:t>
            </a:r>
          </a:p>
          <a:p>
            <a:pPr>
              <a:defRPr sz="1500" b="1">
                <a:solidFill>
                  <a:srgbClr val="1F3756"/>
                </a:solidFill>
              </a:defRPr>
            </a:pPr>
            <a:endParaRPr lang="en-IN" dirty="0"/>
          </a:p>
          <a:p>
            <a:pPr>
              <a:defRPr sz="1250">
                <a:solidFill>
                  <a:srgbClr val="2D2D2D"/>
                </a:solidFill>
              </a:defRPr>
            </a:pPr>
            <a:r>
              <a:rPr lang="en-IN" dirty="0"/>
              <a:t>89%</a:t>
            </a:r>
          </a:p>
        </p:txBody>
      </p:sp>
      <p:sp>
        <p:nvSpPr>
          <p:cNvPr id="12" name="Rounded Rectangle 11"/>
          <p:cNvSpPr/>
          <p:nvPr/>
        </p:nvSpPr>
        <p:spPr>
          <a:xfrm>
            <a:off x="434340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07992" y="3569308"/>
            <a:ext cx="3145536" cy="746358"/>
          </a:xfrm>
          <a:prstGeom prst="rect">
            <a:avLst/>
          </a:prstGeom>
          <a:noFill/>
        </p:spPr>
        <p:txBody>
          <a:bodyPr wrap="square">
            <a:spAutoFit/>
          </a:bodyPr>
          <a:lstStyle/>
          <a:p>
            <a:pPr>
              <a:defRPr sz="1500" b="1">
                <a:solidFill>
                  <a:srgbClr val="1F3756"/>
                </a:solidFill>
              </a:defRPr>
            </a:pPr>
            <a:r>
              <a:rPr lang="en-IN" dirty="0"/>
              <a:t>Data Processing Accuracy</a:t>
            </a:r>
          </a:p>
          <a:p>
            <a:pPr>
              <a:defRPr sz="1500" b="1">
                <a:solidFill>
                  <a:srgbClr val="1F3756"/>
                </a:solidFill>
              </a:defRPr>
            </a:pPr>
            <a:endParaRPr dirty="0"/>
          </a:p>
          <a:p>
            <a:pPr>
              <a:defRPr sz="1250">
                <a:solidFill>
                  <a:srgbClr val="2D2D2D"/>
                </a:solidFill>
              </a:defRPr>
            </a:pPr>
            <a:r>
              <a:rPr lang="en-IN" dirty="0"/>
              <a:t>93%</a:t>
            </a:r>
            <a:endParaRPr dirty="0"/>
          </a:p>
        </p:txBody>
      </p:sp>
      <p:sp>
        <p:nvSpPr>
          <p:cNvPr id="14" name="Rounded Rectangle 13"/>
          <p:cNvSpPr/>
          <p:nvPr/>
        </p:nvSpPr>
        <p:spPr>
          <a:xfrm>
            <a:off x="8046720" y="3441292"/>
            <a:ext cx="3474720"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211312" y="3569308"/>
            <a:ext cx="3145536" cy="746358"/>
          </a:xfrm>
          <a:prstGeom prst="rect">
            <a:avLst/>
          </a:prstGeom>
          <a:noFill/>
        </p:spPr>
        <p:txBody>
          <a:bodyPr wrap="square">
            <a:spAutoFit/>
          </a:bodyPr>
          <a:lstStyle/>
          <a:p>
            <a:pPr>
              <a:defRPr sz="1500" b="1">
                <a:solidFill>
                  <a:srgbClr val="1F3756"/>
                </a:solidFill>
              </a:defRPr>
            </a:pPr>
            <a:r>
              <a:rPr lang="en-IN" dirty="0"/>
              <a:t>Visualization Success</a:t>
            </a:r>
          </a:p>
          <a:p>
            <a:pPr>
              <a:defRPr sz="1500" b="1">
                <a:solidFill>
                  <a:srgbClr val="1F3756"/>
                </a:solidFill>
              </a:defRPr>
            </a:pPr>
            <a:endParaRPr dirty="0"/>
          </a:p>
          <a:p>
            <a:pPr>
              <a:defRPr sz="1250">
                <a:solidFill>
                  <a:srgbClr val="2D2D2D"/>
                </a:solidFill>
              </a:defRPr>
            </a:pPr>
            <a:r>
              <a:rPr lang="en-IN" dirty="0"/>
              <a:t>97%</a:t>
            </a:r>
            <a:endParaRPr dirty="0"/>
          </a:p>
        </p:txBody>
      </p:sp>
      <p:sp>
        <p:nvSpPr>
          <p:cNvPr id="16" name="TextBox 15"/>
          <p:cNvSpPr txBox="1"/>
          <p:nvPr/>
        </p:nvSpPr>
        <p:spPr>
          <a:xfrm>
            <a:off x="822960" y="5041492"/>
            <a:ext cx="10515600" cy="1156663"/>
          </a:xfrm>
          <a:prstGeom prst="rect">
            <a:avLst/>
          </a:prstGeom>
          <a:noFill/>
        </p:spPr>
        <p:txBody>
          <a:bodyPr wrap="square">
            <a:spAutoFit/>
          </a:bodyPr>
          <a:lstStyle/>
          <a:p>
            <a:pPr>
              <a:lnSpc>
                <a:spcPct val="150000"/>
              </a:lnSpc>
              <a:spcAft>
                <a:spcPts val="1000"/>
              </a:spcAft>
              <a:defRPr sz="1400">
                <a:solidFill>
                  <a:srgbClr val="2D2D2D"/>
                </a:solidFill>
              </a:defRPr>
            </a:pPr>
            <a:r>
              <a:rPr lang="en-US" dirty="0"/>
              <a:t>The Weather Data Analysis System successfully transforms raw weather data into meaningful insights through data cleaning, preprocessing, statistical analysis, and visualization. </a:t>
            </a:r>
          </a:p>
          <a:p>
            <a:pPr>
              <a:lnSpc>
                <a:spcPct val="150000"/>
              </a:lnSpc>
              <a:spcAft>
                <a:spcPts val="1000"/>
              </a:spcAft>
              <a:defRPr sz="1400">
                <a:solidFill>
                  <a:srgbClr val="2D2D2D"/>
                </a:solidFill>
              </a:defRPr>
            </a:pPr>
            <a:r>
              <a:rPr lang="en-US" dirty="0"/>
              <a:t>The results help users understand temperature trends, seasonal variations, and overall weather patterns.</a:t>
            </a:r>
            <a:r>
              <a:rPr dirty="0"/>
              <a:t> </a:t>
            </a:r>
          </a:p>
        </p:txBody>
      </p:sp>
      <p:pic>
        <p:nvPicPr>
          <p:cNvPr id="18" name="object 3">
            <a:extLst>
              <a:ext uri="{FF2B5EF4-FFF2-40B4-BE49-F238E27FC236}">
                <a16:creationId xmlns:a16="http://schemas.microsoft.com/office/drawing/2014/main" id="{F4AA93A8-D673-58E0-DDB9-7D2B1AFA0082}"/>
              </a:ext>
            </a:extLst>
          </p:cNvPr>
          <p:cNvPicPr/>
          <p:nvPr/>
        </p:nvPicPr>
        <p:blipFill>
          <a:blip r:embed="rId2" cstate="print"/>
          <a:stretch>
            <a:fillRect/>
          </a:stretch>
        </p:blipFill>
        <p:spPr>
          <a:xfrm>
            <a:off x="290750" y="204310"/>
            <a:ext cx="1361070" cy="49918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841152"/>
            <a:ext cx="2097690" cy="492443"/>
          </a:xfrm>
          <a:prstGeom prst="rect">
            <a:avLst/>
          </a:prstGeom>
          <a:noFill/>
        </p:spPr>
        <p:txBody>
          <a:bodyPr wrap="none">
            <a:spAutoFit/>
          </a:bodyPr>
          <a:lstStyle/>
          <a:p>
            <a:pPr>
              <a:defRPr sz="2600" b="1">
                <a:solidFill>
                  <a:srgbClr val="1F3756"/>
                </a:solidFill>
              </a:defRPr>
            </a:pPr>
            <a:r>
              <a:rPr dirty="0"/>
              <a:t>CONCLUSION </a:t>
            </a:r>
          </a:p>
        </p:txBody>
      </p:sp>
      <p:sp>
        <p:nvSpPr>
          <p:cNvPr id="4" name="TextBox 3"/>
          <p:cNvSpPr txBox="1"/>
          <p:nvPr/>
        </p:nvSpPr>
        <p:spPr>
          <a:xfrm>
            <a:off x="777240" y="1702457"/>
            <a:ext cx="10607040" cy="2949525"/>
          </a:xfrm>
          <a:prstGeom prst="rect">
            <a:avLst/>
          </a:prstGeom>
          <a:noFill/>
        </p:spPr>
        <p:txBody>
          <a:bodyPr wrap="square">
            <a:spAutoFit/>
          </a:bodyPr>
          <a:lstStyle/>
          <a:p>
            <a:pPr>
              <a:spcAft>
                <a:spcPts val="1000"/>
              </a:spcAft>
              <a:defRPr sz="1800">
                <a:solidFill>
                  <a:srgbClr val="2D2D2D"/>
                </a:solidFill>
              </a:defRPr>
            </a:pPr>
            <a:r>
              <a:rPr lang="en-US" dirty="0"/>
              <a:t> The Weather Data Analysis System successfully implements data cleaning, preprocessing, statistical analysis, and visualization using Python.</a:t>
            </a:r>
          </a:p>
          <a:p>
            <a:pPr>
              <a:spcAft>
                <a:spcPts val="1000"/>
              </a:spcAft>
              <a:defRPr sz="1800">
                <a:solidFill>
                  <a:srgbClr val="2D2D2D"/>
                </a:solidFill>
              </a:defRPr>
            </a:pPr>
            <a:r>
              <a:rPr lang="en-US" dirty="0"/>
              <a:t>Missing, duplicate, and inconsistent data are handled to prepare a clean dataset .</a:t>
            </a:r>
          </a:p>
          <a:p>
            <a:pPr>
              <a:spcAft>
                <a:spcPts val="1000"/>
              </a:spcAft>
              <a:defRPr sz="1800">
                <a:solidFill>
                  <a:srgbClr val="2D2D2D"/>
                </a:solidFill>
              </a:defRPr>
            </a:pPr>
            <a:r>
              <a:rPr lang="en-US" dirty="0"/>
              <a:t>The system analyses minimum, maximum, and average temperature values along with weather patterns .</a:t>
            </a:r>
          </a:p>
          <a:p>
            <a:pPr>
              <a:spcAft>
                <a:spcPts val="1000"/>
              </a:spcAft>
              <a:defRPr sz="1800">
                <a:solidFill>
                  <a:srgbClr val="2D2D2D"/>
                </a:solidFill>
              </a:defRPr>
            </a:pPr>
            <a:r>
              <a:rPr lang="en-US" dirty="0"/>
              <a:t>The  graphs and charts help visualize temperature trends and distributions.</a:t>
            </a:r>
          </a:p>
          <a:p>
            <a:pPr>
              <a:spcAft>
                <a:spcPts val="1000"/>
              </a:spcAft>
              <a:defRPr sz="1800">
                <a:solidFill>
                  <a:srgbClr val="2D2D2D"/>
                </a:solidFill>
              </a:defRPr>
            </a:pPr>
            <a:r>
              <a:rPr lang="en-US" dirty="0"/>
              <a:t>Overall, the project transforms raw weather data into meaningful insights and provides a foundation for future weather forecasting and machine learning models.</a:t>
            </a:r>
          </a:p>
          <a:p>
            <a:pPr>
              <a:spcAft>
                <a:spcPts val="1000"/>
              </a:spcAft>
              <a:defRPr sz="1800">
                <a:solidFill>
                  <a:srgbClr val="2D2D2D"/>
                </a:solidFill>
              </a:defRPr>
            </a:pPr>
            <a:endParaRPr lang="en-US" dirty="0"/>
          </a:p>
        </p:txBody>
      </p:sp>
      <p:pic>
        <p:nvPicPr>
          <p:cNvPr id="8" name="object 3">
            <a:extLst>
              <a:ext uri="{FF2B5EF4-FFF2-40B4-BE49-F238E27FC236}">
                <a16:creationId xmlns:a16="http://schemas.microsoft.com/office/drawing/2014/main" id="{5340D3B1-A129-AAB3-4A8C-C03BB3896133}"/>
              </a:ext>
            </a:extLst>
          </p:cNvPr>
          <p:cNvPicPr/>
          <p:nvPr/>
        </p:nvPicPr>
        <p:blipFill>
          <a:blip r:embed="rId2" cstate="print"/>
          <a:stretch>
            <a:fillRect/>
          </a:stretch>
        </p:blipFill>
        <p:spPr>
          <a:xfrm>
            <a:off x="290750" y="204310"/>
            <a:ext cx="1361070" cy="499189"/>
          </a:xfrm>
          <a:prstGeom prst="rect">
            <a:avLst/>
          </a:prstGeom>
        </p:spPr>
      </p:pic>
      <p:sp>
        <p:nvSpPr>
          <p:cNvPr id="5" name="Rounded Rectangle 7">
            <a:extLst>
              <a:ext uri="{FF2B5EF4-FFF2-40B4-BE49-F238E27FC236}">
                <a16:creationId xmlns:a16="http://schemas.microsoft.com/office/drawing/2014/main" id="{BA1DFB3E-1A73-FE3F-7377-22D1AE735E42}"/>
              </a:ext>
            </a:extLst>
          </p:cNvPr>
          <p:cNvSpPr/>
          <p:nvPr/>
        </p:nvSpPr>
        <p:spPr>
          <a:xfrm>
            <a:off x="777239" y="4590636"/>
            <a:ext cx="10323379" cy="1143000"/>
          </a:xfrm>
          <a:prstGeom prst="roundRect">
            <a:avLst/>
          </a:prstGeom>
          <a:solidFill>
            <a:srgbClr val="F2F5F9"/>
          </a:solidFill>
          <a:ln>
            <a:solidFill>
              <a:srgbClr val="DCE1E8"/>
            </a:solid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chemeClr val="tx1"/>
                </a:solidFill>
              </a:rPr>
              <a:t>GitHub Repository</a:t>
            </a:r>
            <a:r>
              <a:rPr lang="en-US" dirty="0">
                <a:solidFill>
                  <a:schemeClr val="tx1"/>
                </a:solidFill>
              </a:rPr>
              <a:t>: </a:t>
            </a:r>
            <a:r>
              <a:rPr lang="en-US" dirty="0">
                <a:solidFill>
                  <a:schemeClr val="tx1"/>
                </a:solidFill>
                <a:hlinkClick r:id="rId3"/>
              </a:rPr>
              <a:t>https://github.com/bhagyarekha1559-wq/Weather-Data-Analysis-System</a:t>
            </a:r>
            <a:endParaRPr lang="en-US"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28016"/>
          </a:xfrm>
          <a:prstGeom prst="rect">
            <a:avLst/>
          </a:prstGeom>
          <a:solidFill>
            <a:srgbClr val="1F37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883556" y="2468880"/>
            <a:ext cx="4394408" cy="1446550"/>
          </a:xfrm>
          <a:prstGeom prst="rect">
            <a:avLst/>
          </a:prstGeom>
          <a:noFill/>
        </p:spPr>
        <p:txBody>
          <a:bodyPr wrap="none">
            <a:spAutoFit/>
          </a:bodyPr>
          <a:lstStyle/>
          <a:p>
            <a:pPr algn="ctr">
              <a:defRPr sz="4000" b="1">
                <a:solidFill>
                  <a:srgbClr val="1F3756"/>
                </a:solidFill>
              </a:defRPr>
            </a:pPr>
            <a:r>
              <a:rPr sz="6600" dirty="0"/>
              <a:t>THANK YOU</a:t>
            </a:r>
          </a:p>
          <a:p>
            <a:pPr algn="ctr">
              <a:defRPr sz="2200">
                <a:solidFill>
                  <a:srgbClr val="4472C4"/>
                </a:solidFill>
              </a:defRPr>
            </a:pPr>
            <a:endParaRPr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1036</TotalTime>
  <Words>2329</Words>
  <Application>Microsoft Office PowerPoint</Application>
  <PresentationFormat>Widescreen</PresentationFormat>
  <Paragraphs>281</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Consolas</vt:lpstr>
      <vt:lpstr>Courier New</vt:lpstr>
      <vt:lpstr>Google Sans Text</vt:lpstr>
      <vt:lpstr>Office Theme</vt:lpstr>
      <vt:lpstr>PowerPoint Presentation</vt:lpstr>
      <vt:lpstr>ABSTRACT</vt:lpstr>
      <vt:lpstr>PowerPoint Presentation</vt:lpstr>
      <vt:lpstr>Project Proposal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EXPECTED vs. ACTUAL OUTPUT</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Bhagya Reka</dc:creator>
  <cp:keywords/>
  <dc:description>generated using python-pptx</dc:description>
  <cp:lastModifiedBy>Bhagya Reka</cp:lastModifiedBy>
  <cp:revision>13</cp:revision>
  <dcterms:created xsi:type="dcterms:W3CDTF">2013-01-27T09:14:16Z</dcterms:created>
  <dcterms:modified xsi:type="dcterms:W3CDTF">2026-10-25T12:07:36Z</dcterms:modified>
  <cp:category/>
</cp:coreProperties>
</file>